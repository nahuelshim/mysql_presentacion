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2" r:id="rId1"/>
  </p:sldMasterIdLst>
  <p:notesMasterIdLst>
    <p:notesMasterId r:id="rId21"/>
  </p:notesMasterIdLst>
  <p:sldIdLst>
    <p:sldId id="256" r:id="rId2"/>
    <p:sldId id="258" r:id="rId3"/>
    <p:sldId id="261" r:id="rId4"/>
    <p:sldId id="259" r:id="rId5"/>
    <p:sldId id="301" r:id="rId6"/>
    <p:sldId id="274" r:id="rId7"/>
    <p:sldId id="262" r:id="rId8"/>
    <p:sldId id="282" r:id="rId9"/>
    <p:sldId id="283" r:id="rId10"/>
    <p:sldId id="307" r:id="rId11"/>
    <p:sldId id="308" r:id="rId12"/>
    <p:sldId id="309" r:id="rId13"/>
    <p:sldId id="310" r:id="rId14"/>
    <p:sldId id="311" r:id="rId15"/>
    <p:sldId id="312" r:id="rId16"/>
    <p:sldId id="313" r:id="rId17"/>
    <p:sldId id="314" r:id="rId18"/>
    <p:sldId id="315" r:id="rId19"/>
    <p:sldId id="273" r:id="rId20"/>
  </p:sldIdLst>
  <p:sldSz cx="9144000" cy="5143500" type="screen16x9"/>
  <p:notesSz cx="6858000" cy="9144000"/>
  <p:embeddedFontLst>
    <p:embeddedFont>
      <p:font typeface="Anaheim" panose="020B0604020202020204" charset="0"/>
      <p:regular r:id="rId22"/>
    </p:embeddedFont>
    <p:embeddedFont>
      <p:font typeface="Nunito Light" pitchFamily="2" charset="0"/>
      <p:regular r:id="rId23"/>
      <p:italic r:id="rId24"/>
    </p:embeddedFont>
    <p:embeddedFont>
      <p:font typeface="Overpass Mono" panose="020B0604020202020204" charset="0"/>
      <p:regular r:id="rId25"/>
      <p:bold r:id="rId26"/>
    </p:embeddedFont>
    <p:embeddedFont>
      <p:font typeface="Raleway SemiBold" pitchFamily="2" charset="0"/>
      <p:bold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1464"/>
    <a:srgbClr val="2E95D3"/>
    <a:srgbClr val="234C94"/>
    <a:srgbClr val="00FFC5"/>
    <a:srgbClr val="EC008C"/>
    <a:srgbClr val="47446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EE2C52F-BE05-45D4-AADD-018A17247A06}">
  <a:tblStyle styleId="{1EE2C52F-BE05-45D4-AADD-018A17247A06}"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9A311B4A-B6FF-4B2C-81C1-7CFBD07A3359}"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946"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g8b872573b1_0_1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5" name="Google Shape;345;g8b872573b1_0_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8b872573b1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2" name="Google Shape;372;g8b872573b1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8b9fd0675c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8b9fd0675c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8b872573b1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2" name="Google Shape;372;g8b872573b1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854866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g8b34d0e6d4_5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0" name="Google Shape;680;g8b34d0e6d4_5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g822dda0a4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 name="Google Shape;378;g822dda0a4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5"/>
        <p:cNvGrpSpPr/>
        <p:nvPr/>
      </p:nvGrpSpPr>
      <p:grpSpPr>
        <a:xfrm>
          <a:off x="0" y="0"/>
          <a:ext cx="0" cy="0"/>
          <a:chOff x="0" y="0"/>
          <a:chExt cx="0" cy="0"/>
        </a:xfrm>
      </p:grpSpPr>
      <p:sp>
        <p:nvSpPr>
          <p:cNvPr id="916" name="Google Shape;916;g8b3994a781_0_255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7" name="Google Shape;917;g8b3994a781_0_255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1"/>
        <p:cNvGrpSpPr/>
        <p:nvPr/>
      </p:nvGrpSpPr>
      <p:grpSpPr>
        <a:xfrm>
          <a:off x="0" y="0"/>
          <a:ext cx="0" cy="0"/>
          <a:chOff x="0" y="0"/>
          <a:chExt cx="0" cy="0"/>
        </a:xfrm>
      </p:grpSpPr>
      <p:sp>
        <p:nvSpPr>
          <p:cNvPr id="922" name="Google Shape;922;g8dec9ae14f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3" name="Google Shape;923;g8dec9ae14f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8b872573b1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2" name="Google Shape;372;g8b872573b1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948094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8b872573b1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2" name="Google Shape;372;g8b872573b1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870640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3"/>
        <p:cNvGrpSpPr/>
        <p:nvPr/>
      </p:nvGrpSpPr>
      <p:grpSpPr>
        <a:xfrm>
          <a:off x="0" y="0"/>
          <a:ext cx="0" cy="0"/>
          <a:chOff x="0" y="0"/>
          <a:chExt cx="0" cy="0"/>
        </a:xfrm>
      </p:grpSpPr>
      <p:sp>
        <p:nvSpPr>
          <p:cNvPr id="674" name="Google Shape;674;g8d4cbd36da_4_314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5" name="Google Shape;675;g8d4cbd36da_4_314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7362284" y="1723643"/>
            <a:ext cx="1781706" cy="3419867"/>
            <a:chOff x="7397009" y="1731193"/>
            <a:chExt cx="1781706" cy="3419867"/>
          </a:xfrm>
        </p:grpSpPr>
        <p:sp>
          <p:nvSpPr>
            <p:cNvPr id="10" name="Google Shape;10;p2"/>
            <p:cNvSpPr/>
            <p:nvPr/>
          </p:nvSpPr>
          <p:spPr>
            <a:xfrm>
              <a:off x="7858529" y="1731193"/>
              <a:ext cx="1320185" cy="132176"/>
            </a:xfrm>
            <a:custGeom>
              <a:avLst/>
              <a:gdLst/>
              <a:ahLst/>
              <a:cxnLst/>
              <a:rect l="l" t="t" r="r" b="b"/>
              <a:pathLst>
                <a:path w="19277" h="1930" extrusionOk="0">
                  <a:moveTo>
                    <a:pt x="1" y="1"/>
                  </a:moveTo>
                  <a:lnTo>
                    <a:pt x="1" y="1930"/>
                  </a:lnTo>
                  <a:lnTo>
                    <a:pt x="19277" y="1930"/>
                  </a:lnTo>
                  <a:lnTo>
                    <a:pt x="19277"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7784360" y="1950550"/>
              <a:ext cx="865993" cy="132176"/>
            </a:xfrm>
            <a:custGeom>
              <a:avLst/>
              <a:gdLst/>
              <a:ahLst/>
              <a:cxnLst/>
              <a:rect l="l" t="t" r="r" b="b"/>
              <a:pathLst>
                <a:path w="12645" h="1930" extrusionOk="0">
                  <a:moveTo>
                    <a:pt x="0" y="1"/>
                  </a:moveTo>
                  <a:lnTo>
                    <a:pt x="0" y="1929"/>
                  </a:lnTo>
                  <a:lnTo>
                    <a:pt x="12645" y="1929"/>
                  </a:lnTo>
                  <a:lnTo>
                    <a:pt x="12645"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8855808" y="1950550"/>
              <a:ext cx="322907" cy="132176"/>
            </a:xfrm>
            <a:custGeom>
              <a:avLst/>
              <a:gdLst/>
              <a:ahLst/>
              <a:cxnLst/>
              <a:rect l="l" t="t" r="r" b="b"/>
              <a:pathLst>
                <a:path w="4715" h="1930" extrusionOk="0">
                  <a:moveTo>
                    <a:pt x="0" y="1"/>
                  </a:moveTo>
                  <a:lnTo>
                    <a:pt x="0" y="1929"/>
                  </a:lnTo>
                  <a:lnTo>
                    <a:pt x="4715" y="1929"/>
                  </a:lnTo>
                  <a:lnTo>
                    <a:pt x="4715"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8445651" y="2169086"/>
              <a:ext cx="733063" cy="132998"/>
            </a:xfrm>
            <a:custGeom>
              <a:avLst/>
              <a:gdLst/>
              <a:ahLst/>
              <a:cxnLst/>
              <a:rect l="l" t="t" r="r" b="b"/>
              <a:pathLst>
                <a:path w="10704" h="1942" extrusionOk="0">
                  <a:moveTo>
                    <a:pt x="0" y="0"/>
                  </a:moveTo>
                  <a:lnTo>
                    <a:pt x="0" y="1941"/>
                  </a:lnTo>
                  <a:lnTo>
                    <a:pt x="10704" y="1941"/>
                  </a:lnTo>
                  <a:lnTo>
                    <a:pt x="10704" y="0"/>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8738356" y="2388443"/>
              <a:ext cx="440359" cy="132929"/>
            </a:xfrm>
            <a:custGeom>
              <a:avLst/>
              <a:gdLst/>
              <a:ahLst/>
              <a:cxnLst/>
              <a:rect l="l" t="t" r="r" b="b"/>
              <a:pathLst>
                <a:path w="6430" h="1941" extrusionOk="0">
                  <a:moveTo>
                    <a:pt x="1" y="0"/>
                  </a:moveTo>
                  <a:lnTo>
                    <a:pt x="1" y="1941"/>
                  </a:lnTo>
                  <a:lnTo>
                    <a:pt x="6430" y="1941"/>
                  </a:lnTo>
                  <a:lnTo>
                    <a:pt x="6430" y="0"/>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7990637" y="2388443"/>
              <a:ext cx="597737" cy="132929"/>
            </a:xfrm>
            <a:custGeom>
              <a:avLst/>
              <a:gdLst/>
              <a:ahLst/>
              <a:cxnLst/>
              <a:rect l="l" t="t" r="r" b="b"/>
              <a:pathLst>
                <a:path w="8728" h="1941" extrusionOk="0">
                  <a:moveTo>
                    <a:pt x="1" y="0"/>
                  </a:moveTo>
                  <a:lnTo>
                    <a:pt x="1" y="1941"/>
                  </a:lnTo>
                  <a:lnTo>
                    <a:pt x="8728" y="1941"/>
                  </a:lnTo>
                  <a:lnTo>
                    <a:pt x="8728" y="0"/>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7683208" y="2607801"/>
              <a:ext cx="1495507" cy="132108"/>
            </a:xfrm>
            <a:custGeom>
              <a:avLst/>
              <a:gdLst/>
              <a:ahLst/>
              <a:cxnLst/>
              <a:rect l="l" t="t" r="r" b="b"/>
              <a:pathLst>
                <a:path w="21837" h="1929" extrusionOk="0">
                  <a:moveTo>
                    <a:pt x="1" y="0"/>
                  </a:moveTo>
                  <a:lnTo>
                    <a:pt x="1" y="1929"/>
                  </a:lnTo>
                  <a:lnTo>
                    <a:pt x="21837" y="1929"/>
                  </a:lnTo>
                  <a:lnTo>
                    <a:pt x="21837" y="0"/>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8298888" y="2827090"/>
              <a:ext cx="879827" cy="132176"/>
            </a:xfrm>
            <a:custGeom>
              <a:avLst/>
              <a:gdLst/>
              <a:ahLst/>
              <a:cxnLst/>
              <a:rect l="l" t="t" r="r" b="b"/>
              <a:pathLst>
                <a:path w="12847" h="1930" extrusionOk="0">
                  <a:moveTo>
                    <a:pt x="0" y="1"/>
                  </a:moveTo>
                  <a:lnTo>
                    <a:pt x="0" y="1930"/>
                  </a:lnTo>
                  <a:lnTo>
                    <a:pt x="12847" y="1930"/>
                  </a:lnTo>
                  <a:lnTo>
                    <a:pt x="12847"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8855808" y="3046447"/>
              <a:ext cx="322907" cy="132176"/>
            </a:xfrm>
            <a:custGeom>
              <a:avLst/>
              <a:gdLst/>
              <a:ahLst/>
              <a:cxnLst/>
              <a:rect l="l" t="t" r="r" b="b"/>
              <a:pathLst>
                <a:path w="4715" h="1930" extrusionOk="0">
                  <a:moveTo>
                    <a:pt x="0" y="1"/>
                  </a:moveTo>
                  <a:lnTo>
                    <a:pt x="0" y="1929"/>
                  </a:lnTo>
                  <a:lnTo>
                    <a:pt x="4715" y="1929"/>
                  </a:lnTo>
                  <a:lnTo>
                    <a:pt x="4715"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7784360" y="2169086"/>
              <a:ext cx="499050" cy="132998"/>
            </a:xfrm>
            <a:custGeom>
              <a:avLst/>
              <a:gdLst/>
              <a:ahLst/>
              <a:cxnLst/>
              <a:rect l="l" t="t" r="r" b="b"/>
              <a:pathLst>
                <a:path w="7287" h="1942" extrusionOk="0">
                  <a:moveTo>
                    <a:pt x="0" y="0"/>
                  </a:moveTo>
                  <a:lnTo>
                    <a:pt x="0" y="1941"/>
                  </a:lnTo>
                  <a:lnTo>
                    <a:pt x="7287" y="1941"/>
                  </a:lnTo>
                  <a:lnTo>
                    <a:pt x="7287" y="0"/>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8020017" y="4142344"/>
              <a:ext cx="322975" cy="132176"/>
            </a:xfrm>
            <a:custGeom>
              <a:avLst/>
              <a:gdLst/>
              <a:ahLst/>
              <a:cxnLst/>
              <a:rect l="l" t="t" r="r" b="b"/>
              <a:pathLst>
                <a:path w="4716" h="1930" extrusionOk="0">
                  <a:moveTo>
                    <a:pt x="0" y="1"/>
                  </a:moveTo>
                  <a:lnTo>
                    <a:pt x="0" y="1929"/>
                  </a:lnTo>
                  <a:lnTo>
                    <a:pt x="4715" y="1929"/>
                  </a:lnTo>
                  <a:lnTo>
                    <a:pt x="4715"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7521789" y="4142344"/>
              <a:ext cx="322153" cy="132176"/>
            </a:xfrm>
            <a:custGeom>
              <a:avLst/>
              <a:gdLst/>
              <a:ahLst/>
              <a:cxnLst/>
              <a:rect l="l" t="t" r="r" b="b"/>
              <a:pathLst>
                <a:path w="4704" h="1930" extrusionOk="0">
                  <a:moveTo>
                    <a:pt x="0" y="1"/>
                  </a:moveTo>
                  <a:lnTo>
                    <a:pt x="0" y="1929"/>
                  </a:lnTo>
                  <a:lnTo>
                    <a:pt x="4703" y="1929"/>
                  </a:lnTo>
                  <a:lnTo>
                    <a:pt x="4703"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8152056" y="3264983"/>
              <a:ext cx="1026659" cy="132998"/>
            </a:xfrm>
            <a:custGeom>
              <a:avLst/>
              <a:gdLst/>
              <a:ahLst/>
              <a:cxnLst/>
              <a:rect l="l" t="t" r="r" b="b"/>
              <a:pathLst>
                <a:path w="14991" h="1942" extrusionOk="0">
                  <a:moveTo>
                    <a:pt x="1" y="0"/>
                  </a:moveTo>
                  <a:lnTo>
                    <a:pt x="1" y="1941"/>
                  </a:lnTo>
                  <a:lnTo>
                    <a:pt x="14991" y="1941"/>
                  </a:lnTo>
                  <a:lnTo>
                    <a:pt x="14991" y="0"/>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7784360" y="3484340"/>
              <a:ext cx="807301" cy="132929"/>
            </a:xfrm>
            <a:custGeom>
              <a:avLst/>
              <a:gdLst/>
              <a:ahLst/>
              <a:cxnLst/>
              <a:rect l="l" t="t" r="r" b="b"/>
              <a:pathLst>
                <a:path w="11788" h="1941" extrusionOk="0">
                  <a:moveTo>
                    <a:pt x="0" y="0"/>
                  </a:moveTo>
                  <a:lnTo>
                    <a:pt x="0" y="1941"/>
                  </a:lnTo>
                  <a:lnTo>
                    <a:pt x="11787" y="1941"/>
                  </a:lnTo>
                  <a:lnTo>
                    <a:pt x="11787" y="0"/>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8738356" y="3484340"/>
              <a:ext cx="440359" cy="132929"/>
            </a:xfrm>
            <a:custGeom>
              <a:avLst/>
              <a:gdLst/>
              <a:ahLst/>
              <a:cxnLst/>
              <a:rect l="l" t="t" r="r" b="b"/>
              <a:pathLst>
                <a:path w="6430" h="1941" extrusionOk="0">
                  <a:moveTo>
                    <a:pt x="1" y="0"/>
                  </a:moveTo>
                  <a:lnTo>
                    <a:pt x="1" y="1941"/>
                  </a:lnTo>
                  <a:lnTo>
                    <a:pt x="6430" y="1941"/>
                  </a:lnTo>
                  <a:lnTo>
                    <a:pt x="6430" y="0"/>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7931945" y="3046447"/>
              <a:ext cx="733063" cy="132176"/>
            </a:xfrm>
            <a:custGeom>
              <a:avLst/>
              <a:gdLst/>
              <a:ahLst/>
              <a:cxnLst/>
              <a:rect l="l" t="t" r="r" b="b"/>
              <a:pathLst>
                <a:path w="10704" h="1930" extrusionOk="0">
                  <a:moveTo>
                    <a:pt x="0" y="1"/>
                  </a:moveTo>
                  <a:lnTo>
                    <a:pt x="0" y="1929"/>
                  </a:lnTo>
                  <a:lnTo>
                    <a:pt x="10704" y="1929"/>
                  </a:lnTo>
                  <a:lnTo>
                    <a:pt x="10704"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8445651" y="3703698"/>
              <a:ext cx="733063" cy="132108"/>
            </a:xfrm>
            <a:custGeom>
              <a:avLst/>
              <a:gdLst/>
              <a:ahLst/>
              <a:cxnLst/>
              <a:rect l="l" t="t" r="r" b="b"/>
              <a:pathLst>
                <a:path w="10704" h="1929" extrusionOk="0">
                  <a:moveTo>
                    <a:pt x="0" y="0"/>
                  </a:moveTo>
                  <a:lnTo>
                    <a:pt x="0" y="1929"/>
                  </a:lnTo>
                  <a:lnTo>
                    <a:pt x="10704" y="1929"/>
                  </a:lnTo>
                  <a:lnTo>
                    <a:pt x="10704" y="0"/>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8855808" y="3922987"/>
              <a:ext cx="322907" cy="132176"/>
            </a:xfrm>
            <a:custGeom>
              <a:avLst/>
              <a:gdLst/>
              <a:ahLst/>
              <a:cxnLst/>
              <a:rect l="l" t="t" r="r" b="b"/>
              <a:pathLst>
                <a:path w="4715" h="1930" extrusionOk="0">
                  <a:moveTo>
                    <a:pt x="0" y="1"/>
                  </a:moveTo>
                  <a:lnTo>
                    <a:pt x="0" y="1930"/>
                  </a:lnTo>
                  <a:lnTo>
                    <a:pt x="4715" y="1930"/>
                  </a:lnTo>
                  <a:lnTo>
                    <a:pt x="4715"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7990637" y="3703698"/>
              <a:ext cx="322975" cy="132108"/>
            </a:xfrm>
            <a:custGeom>
              <a:avLst/>
              <a:gdLst/>
              <a:ahLst/>
              <a:cxnLst/>
              <a:rect l="l" t="t" r="r" b="b"/>
              <a:pathLst>
                <a:path w="4716" h="1929" extrusionOk="0">
                  <a:moveTo>
                    <a:pt x="1" y="0"/>
                  </a:moveTo>
                  <a:lnTo>
                    <a:pt x="1" y="1929"/>
                  </a:lnTo>
                  <a:lnTo>
                    <a:pt x="4715" y="1929"/>
                  </a:lnTo>
                  <a:lnTo>
                    <a:pt x="4715" y="0"/>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8445651" y="4142344"/>
              <a:ext cx="733063" cy="132176"/>
            </a:xfrm>
            <a:custGeom>
              <a:avLst/>
              <a:gdLst/>
              <a:ahLst/>
              <a:cxnLst/>
              <a:rect l="l" t="t" r="r" b="b"/>
              <a:pathLst>
                <a:path w="10704" h="1930" extrusionOk="0">
                  <a:moveTo>
                    <a:pt x="0" y="1"/>
                  </a:moveTo>
                  <a:lnTo>
                    <a:pt x="0" y="1929"/>
                  </a:lnTo>
                  <a:lnTo>
                    <a:pt x="10704" y="1929"/>
                  </a:lnTo>
                  <a:lnTo>
                    <a:pt x="10704"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7858529" y="3922987"/>
              <a:ext cx="862774" cy="132176"/>
            </a:xfrm>
            <a:custGeom>
              <a:avLst/>
              <a:gdLst/>
              <a:ahLst/>
              <a:cxnLst/>
              <a:rect l="l" t="t" r="r" b="b"/>
              <a:pathLst>
                <a:path w="12598" h="1930" extrusionOk="0">
                  <a:moveTo>
                    <a:pt x="1" y="1"/>
                  </a:moveTo>
                  <a:lnTo>
                    <a:pt x="1" y="1930"/>
                  </a:lnTo>
                  <a:lnTo>
                    <a:pt x="12598" y="1930"/>
                  </a:lnTo>
                  <a:lnTo>
                    <a:pt x="12598"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7683208" y="4361702"/>
              <a:ext cx="1495507" cy="132176"/>
            </a:xfrm>
            <a:custGeom>
              <a:avLst/>
              <a:gdLst/>
              <a:ahLst/>
              <a:cxnLst/>
              <a:rect l="l" t="t" r="r" b="b"/>
              <a:pathLst>
                <a:path w="21837" h="1930" extrusionOk="0">
                  <a:moveTo>
                    <a:pt x="1" y="0"/>
                  </a:moveTo>
                  <a:lnTo>
                    <a:pt x="1" y="1929"/>
                  </a:lnTo>
                  <a:lnTo>
                    <a:pt x="21837" y="1929"/>
                  </a:lnTo>
                  <a:lnTo>
                    <a:pt x="21837" y="0"/>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8767736" y="4580237"/>
              <a:ext cx="410978" cy="132929"/>
            </a:xfrm>
            <a:custGeom>
              <a:avLst/>
              <a:gdLst/>
              <a:ahLst/>
              <a:cxnLst/>
              <a:rect l="l" t="t" r="r" b="b"/>
              <a:pathLst>
                <a:path w="6001" h="1941" extrusionOk="0">
                  <a:moveTo>
                    <a:pt x="0" y="0"/>
                  </a:moveTo>
                  <a:lnTo>
                    <a:pt x="0" y="1941"/>
                  </a:lnTo>
                  <a:lnTo>
                    <a:pt x="6001" y="1941"/>
                  </a:lnTo>
                  <a:lnTo>
                    <a:pt x="6001" y="0"/>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7814494" y="4580237"/>
              <a:ext cx="773880" cy="132929"/>
            </a:xfrm>
            <a:custGeom>
              <a:avLst/>
              <a:gdLst/>
              <a:ahLst/>
              <a:cxnLst/>
              <a:rect l="l" t="t" r="r" b="b"/>
              <a:pathLst>
                <a:path w="11300" h="1941" extrusionOk="0">
                  <a:moveTo>
                    <a:pt x="1" y="0"/>
                  </a:moveTo>
                  <a:lnTo>
                    <a:pt x="1" y="1941"/>
                  </a:lnTo>
                  <a:lnTo>
                    <a:pt x="11300" y="1941"/>
                  </a:lnTo>
                  <a:lnTo>
                    <a:pt x="11300" y="0"/>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7397009" y="4799526"/>
              <a:ext cx="833394" cy="132998"/>
            </a:xfrm>
            <a:custGeom>
              <a:avLst/>
              <a:gdLst/>
              <a:ahLst/>
              <a:cxnLst/>
              <a:rect l="l" t="t" r="r" b="b"/>
              <a:pathLst>
                <a:path w="12169" h="1942" extrusionOk="0">
                  <a:moveTo>
                    <a:pt x="1" y="1"/>
                  </a:moveTo>
                  <a:lnTo>
                    <a:pt x="1" y="1942"/>
                  </a:lnTo>
                  <a:lnTo>
                    <a:pt x="12169" y="1942"/>
                  </a:lnTo>
                  <a:lnTo>
                    <a:pt x="12169"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8382851" y="4799526"/>
              <a:ext cx="795864" cy="132998"/>
            </a:xfrm>
            <a:custGeom>
              <a:avLst/>
              <a:gdLst/>
              <a:ahLst/>
              <a:cxnLst/>
              <a:rect l="l" t="t" r="r" b="b"/>
              <a:pathLst>
                <a:path w="11621" h="1942" extrusionOk="0">
                  <a:moveTo>
                    <a:pt x="0" y="1"/>
                  </a:moveTo>
                  <a:lnTo>
                    <a:pt x="0" y="1942"/>
                  </a:lnTo>
                  <a:lnTo>
                    <a:pt x="11621" y="1942"/>
                  </a:lnTo>
                  <a:lnTo>
                    <a:pt x="11621"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8064053" y="5018884"/>
              <a:ext cx="1114662" cy="132176"/>
            </a:xfrm>
            <a:custGeom>
              <a:avLst/>
              <a:gdLst/>
              <a:ahLst/>
              <a:cxnLst/>
              <a:rect l="l" t="t" r="r" b="b"/>
              <a:pathLst>
                <a:path w="16276" h="1930" extrusionOk="0">
                  <a:moveTo>
                    <a:pt x="0" y="1"/>
                  </a:moveTo>
                  <a:lnTo>
                    <a:pt x="0" y="1930"/>
                  </a:lnTo>
                  <a:lnTo>
                    <a:pt x="16276" y="1930"/>
                  </a:lnTo>
                  <a:lnTo>
                    <a:pt x="16276"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7" name="Google Shape;37;p2"/>
          <p:cNvSpPr/>
          <p:nvPr/>
        </p:nvSpPr>
        <p:spPr>
          <a:xfrm>
            <a:off x="1962382" y="0"/>
            <a:ext cx="2721868" cy="387420"/>
          </a:xfrm>
          <a:custGeom>
            <a:avLst/>
            <a:gdLst/>
            <a:ahLst/>
            <a:cxnLst/>
            <a:rect l="l" t="t" r="r" b="b"/>
            <a:pathLst>
              <a:path w="39744" h="5657" extrusionOk="0">
                <a:moveTo>
                  <a:pt x="1" y="1"/>
                </a:moveTo>
                <a:lnTo>
                  <a:pt x="1" y="5656"/>
                </a:lnTo>
                <a:lnTo>
                  <a:pt x="39744" y="5656"/>
                </a:lnTo>
                <a:lnTo>
                  <a:pt x="3974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873813" y="0"/>
            <a:ext cx="664647" cy="387420"/>
          </a:xfrm>
          <a:custGeom>
            <a:avLst/>
            <a:gdLst/>
            <a:ahLst/>
            <a:cxnLst/>
            <a:rect l="l" t="t" r="r" b="b"/>
            <a:pathLst>
              <a:path w="9705" h="5657" extrusionOk="0">
                <a:moveTo>
                  <a:pt x="1" y="1"/>
                </a:moveTo>
                <a:lnTo>
                  <a:pt x="1" y="5656"/>
                </a:lnTo>
                <a:lnTo>
                  <a:pt x="9704" y="5656"/>
                </a:lnTo>
                <a:lnTo>
                  <a:pt x="970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1049134" y="938616"/>
            <a:ext cx="212098" cy="385776"/>
          </a:xfrm>
          <a:custGeom>
            <a:avLst/>
            <a:gdLst/>
            <a:ahLst/>
            <a:cxnLst/>
            <a:rect l="l" t="t" r="r" b="b"/>
            <a:pathLst>
              <a:path w="3097" h="5633" extrusionOk="0">
                <a:moveTo>
                  <a:pt x="2239" y="1"/>
                </a:moveTo>
                <a:lnTo>
                  <a:pt x="1" y="5275"/>
                </a:lnTo>
                <a:lnTo>
                  <a:pt x="846" y="5633"/>
                </a:lnTo>
                <a:lnTo>
                  <a:pt x="3096" y="370"/>
                </a:lnTo>
                <a:lnTo>
                  <a:pt x="223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873813" y="1008745"/>
            <a:ext cx="167240" cy="245519"/>
          </a:xfrm>
          <a:custGeom>
            <a:avLst/>
            <a:gdLst/>
            <a:ahLst/>
            <a:cxnLst/>
            <a:rect l="l" t="t" r="r" b="b"/>
            <a:pathLst>
              <a:path w="2442" h="3585" extrusionOk="0">
                <a:moveTo>
                  <a:pt x="1787" y="1"/>
                </a:moveTo>
                <a:lnTo>
                  <a:pt x="1" y="1787"/>
                </a:lnTo>
                <a:lnTo>
                  <a:pt x="1787" y="3585"/>
                </a:lnTo>
                <a:lnTo>
                  <a:pt x="2442" y="2930"/>
                </a:lnTo>
                <a:lnTo>
                  <a:pt x="1299" y="1787"/>
                </a:lnTo>
                <a:lnTo>
                  <a:pt x="2442" y="656"/>
                </a:lnTo>
                <a:lnTo>
                  <a:pt x="17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1268492" y="1008745"/>
            <a:ext cx="168062" cy="245519"/>
          </a:xfrm>
          <a:custGeom>
            <a:avLst/>
            <a:gdLst/>
            <a:ahLst/>
            <a:cxnLst/>
            <a:rect l="l" t="t" r="r" b="b"/>
            <a:pathLst>
              <a:path w="2454" h="3585" extrusionOk="0">
                <a:moveTo>
                  <a:pt x="655" y="1"/>
                </a:moveTo>
                <a:lnTo>
                  <a:pt x="0" y="656"/>
                </a:lnTo>
                <a:lnTo>
                  <a:pt x="1143" y="1787"/>
                </a:lnTo>
                <a:lnTo>
                  <a:pt x="0" y="2930"/>
                </a:lnTo>
                <a:lnTo>
                  <a:pt x="655" y="3585"/>
                </a:lnTo>
                <a:lnTo>
                  <a:pt x="2453" y="1787"/>
                </a:lnTo>
                <a:lnTo>
                  <a:pt x="65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3516020" y="4983597"/>
            <a:ext cx="1054395" cy="159912"/>
          </a:xfrm>
          <a:custGeom>
            <a:avLst/>
            <a:gdLst/>
            <a:ahLst/>
            <a:cxnLst/>
            <a:rect l="l" t="t" r="r" b="b"/>
            <a:pathLst>
              <a:path w="15396" h="2335" extrusionOk="0">
                <a:moveTo>
                  <a:pt x="1" y="1"/>
                </a:moveTo>
                <a:lnTo>
                  <a:pt x="1" y="2335"/>
                </a:lnTo>
                <a:lnTo>
                  <a:pt x="15395" y="2335"/>
                </a:lnTo>
                <a:lnTo>
                  <a:pt x="1539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1160341" y="4983597"/>
            <a:ext cx="2152689" cy="159912"/>
          </a:xfrm>
          <a:custGeom>
            <a:avLst/>
            <a:gdLst/>
            <a:ahLst/>
            <a:cxnLst/>
            <a:rect l="l" t="t" r="r" b="b"/>
            <a:pathLst>
              <a:path w="31433" h="2335" extrusionOk="0">
                <a:moveTo>
                  <a:pt x="0" y="1"/>
                </a:moveTo>
                <a:lnTo>
                  <a:pt x="0" y="2335"/>
                </a:lnTo>
                <a:lnTo>
                  <a:pt x="31433" y="2335"/>
                </a:lnTo>
                <a:lnTo>
                  <a:pt x="3143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1805333" y="4452017"/>
            <a:ext cx="3750923" cy="160666"/>
          </a:xfrm>
          <a:custGeom>
            <a:avLst/>
            <a:gdLst/>
            <a:ahLst/>
            <a:cxnLst/>
            <a:rect l="l" t="t" r="r" b="b"/>
            <a:pathLst>
              <a:path w="54770" h="2346" extrusionOk="0">
                <a:moveTo>
                  <a:pt x="0" y="0"/>
                </a:moveTo>
                <a:lnTo>
                  <a:pt x="0" y="2346"/>
                </a:lnTo>
                <a:lnTo>
                  <a:pt x="54769" y="2346"/>
                </a:lnTo>
                <a:lnTo>
                  <a:pt x="5476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0" y="4452017"/>
            <a:ext cx="1490645" cy="160666"/>
          </a:xfrm>
          <a:custGeom>
            <a:avLst/>
            <a:gdLst/>
            <a:ahLst/>
            <a:cxnLst/>
            <a:rect l="l" t="t" r="r" b="b"/>
            <a:pathLst>
              <a:path w="21766" h="2346" extrusionOk="0">
                <a:moveTo>
                  <a:pt x="1" y="0"/>
                </a:moveTo>
                <a:lnTo>
                  <a:pt x="1" y="2346"/>
                </a:lnTo>
                <a:lnTo>
                  <a:pt x="21765" y="2346"/>
                </a:lnTo>
                <a:lnTo>
                  <a:pt x="2176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a:off x="596093" y="4717807"/>
            <a:ext cx="3218453" cy="160734"/>
          </a:xfrm>
          <a:custGeom>
            <a:avLst/>
            <a:gdLst/>
            <a:ahLst/>
            <a:cxnLst/>
            <a:rect l="l" t="t" r="r" b="b"/>
            <a:pathLst>
              <a:path w="46995" h="2347" extrusionOk="0">
                <a:moveTo>
                  <a:pt x="0" y="1"/>
                </a:moveTo>
                <a:lnTo>
                  <a:pt x="0" y="2346"/>
                </a:lnTo>
                <a:lnTo>
                  <a:pt x="46994" y="2346"/>
                </a:lnTo>
                <a:lnTo>
                  <a:pt x="469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a:off x="0" y="4717807"/>
            <a:ext cx="364546" cy="160734"/>
          </a:xfrm>
          <a:custGeom>
            <a:avLst/>
            <a:gdLst/>
            <a:ahLst/>
            <a:cxnLst/>
            <a:rect l="l" t="t" r="r" b="b"/>
            <a:pathLst>
              <a:path w="5323" h="2347" extrusionOk="0">
                <a:moveTo>
                  <a:pt x="1" y="1"/>
                </a:moveTo>
                <a:lnTo>
                  <a:pt x="1" y="2346"/>
                </a:lnTo>
                <a:lnTo>
                  <a:pt x="5323" y="2346"/>
                </a:lnTo>
                <a:lnTo>
                  <a:pt x="532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0" y="4983597"/>
            <a:ext cx="828532" cy="159912"/>
          </a:xfrm>
          <a:custGeom>
            <a:avLst/>
            <a:gdLst/>
            <a:ahLst/>
            <a:cxnLst/>
            <a:rect l="l" t="t" r="r" b="b"/>
            <a:pathLst>
              <a:path w="12098" h="2335" extrusionOk="0">
                <a:moveTo>
                  <a:pt x="1" y="1"/>
                </a:moveTo>
                <a:lnTo>
                  <a:pt x="1" y="2335"/>
                </a:lnTo>
                <a:lnTo>
                  <a:pt x="12098" y="2335"/>
                </a:lnTo>
                <a:lnTo>
                  <a:pt x="1209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txBox="1">
            <a:spLocks noGrp="1"/>
          </p:cNvSpPr>
          <p:nvPr>
            <p:ph type="ctrTitle"/>
          </p:nvPr>
        </p:nvSpPr>
        <p:spPr>
          <a:xfrm>
            <a:off x="718575" y="1369045"/>
            <a:ext cx="8520600" cy="1910400"/>
          </a:xfrm>
          <a:prstGeom prst="rect">
            <a:avLst/>
          </a:prstGeom>
        </p:spPr>
        <p:txBody>
          <a:bodyPr spcFirstLastPara="1" wrap="square" lIns="91425" tIns="91425" rIns="91425" bIns="0" anchor="b" anchorCtr="0">
            <a:noAutofit/>
          </a:bodyPr>
          <a:lstStyle>
            <a:lvl1pPr lvl="0" rtl="0">
              <a:lnSpc>
                <a:spcPct val="80000"/>
              </a:lnSpc>
              <a:spcBef>
                <a:spcPts val="0"/>
              </a:spcBef>
              <a:spcAft>
                <a:spcPts val="0"/>
              </a:spcAft>
              <a:buSzPts val="7400"/>
              <a:buNone/>
              <a:defRPr sz="7400"/>
            </a:lvl1pPr>
            <a:lvl2pPr lvl="1" algn="ctr" rtl="0">
              <a:spcBef>
                <a:spcPts val="0"/>
              </a:spcBef>
              <a:spcAft>
                <a:spcPts val="0"/>
              </a:spcAft>
              <a:buSzPts val="6100"/>
              <a:buNone/>
              <a:defRPr sz="6100"/>
            </a:lvl2pPr>
            <a:lvl3pPr lvl="2" algn="ctr" rtl="0">
              <a:spcBef>
                <a:spcPts val="0"/>
              </a:spcBef>
              <a:spcAft>
                <a:spcPts val="0"/>
              </a:spcAft>
              <a:buSzPts val="6100"/>
              <a:buNone/>
              <a:defRPr sz="6100"/>
            </a:lvl3pPr>
            <a:lvl4pPr lvl="3" algn="ctr" rtl="0">
              <a:spcBef>
                <a:spcPts val="0"/>
              </a:spcBef>
              <a:spcAft>
                <a:spcPts val="0"/>
              </a:spcAft>
              <a:buSzPts val="6100"/>
              <a:buNone/>
              <a:defRPr sz="6100"/>
            </a:lvl4pPr>
            <a:lvl5pPr lvl="4" algn="ctr" rtl="0">
              <a:spcBef>
                <a:spcPts val="0"/>
              </a:spcBef>
              <a:spcAft>
                <a:spcPts val="0"/>
              </a:spcAft>
              <a:buSzPts val="6100"/>
              <a:buNone/>
              <a:defRPr sz="6100"/>
            </a:lvl5pPr>
            <a:lvl6pPr lvl="5" algn="ctr" rtl="0">
              <a:spcBef>
                <a:spcPts val="0"/>
              </a:spcBef>
              <a:spcAft>
                <a:spcPts val="0"/>
              </a:spcAft>
              <a:buSzPts val="6100"/>
              <a:buNone/>
              <a:defRPr sz="6100"/>
            </a:lvl6pPr>
            <a:lvl7pPr lvl="6" algn="ctr" rtl="0">
              <a:spcBef>
                <a:spcPts val="0"/>
              </a:spcBef>
              <a:spcAft>
                <a:spcPts val="0"/>
              </a:spcAft>
              <a:buSzPts val="6100"/>
              <a:buNone/>
              <a:defRPr sz="6100"/>
            </a:lvl7pPr>
            <a:lvl8pPr lvl="7" algn="ctr" rtl="0">
              <a:spcBef>
                <a:spcPts val="0"/>
              </a:spcBef>
              <a:spcAft>
                <a:spcPts val="0"/>
              </a:spcAft>
              <a:buSzPts val="6100"/>
              <a:buNone/>
              <a:defRPr sz="6100"/>
            </a:lvl8pPr>
            <a:lvl9pPr lvl="8" algn="ctr" rtl="0">
              <a:spcBef>
                <a:spcPts val="0"/>
              </a:spcBef>
              <a:spcAft>
                <a:spcPts val="0"/>
              </a:spcAft>
              <a:buSzPts val="6100"/>
              <a:buNone/>
              <a:defRPr sz="6100"/>
            </a:lvl9pPr>
          </a:lstStyle>
          <a:p>
            <a:endParaRPr/>
          </a:p>
        </p:txBody>
      </p:sp>
      <p:sp>
        <p:nvSpPr>
          <p:cNvPr id="50" name="Google Shape;50;p2"/>
          <p:cNvSpPr txBox="1">
            <a:spLocks noGrp="1"/>
          </p:cNvSpPr>
          <p:nvPr>
            <p:ph type="subTitle" idx="1"/>
          </p:nvPr>
        </p:nvSpPr>
        <p:spPr>
          <a:xfrm>
            <a:off x="769050" y="3396100"/>
            <a:ext cx="8520600" cy="792600"/>
          </a:xfrm>
          <a:prstGeom prst="rect">
            <a:avLst/>
          </a:prstGeom>
        </p:spPr>
        <p:txBody>
          <a:bodyPr spcFirstLastPara="1" wrap="square" lIns="91425" tIns="0" rIns="91425" bIns="91425" anchor="t" anchorCtr="0">
            <a:noAutofit/>
          </a:bodyPr>
          <a:lstStyle>
            <a:lvl1pPr lvl="0" rtl="0">
              <a:lnSpc>
                <a:spcPct val="100000"/>
              </a:lnSpc>
              <a:spcBef>
                <a:spcPts val="0"/>
              </a:spcBef>
              <a:spcAft>
                <a:spcPts val="0"/>
              </a:spcAft>
              <a:buSzPts val="2100"/>
              <a:buNone/>
              <a:defRPr sz="2100"/>
            </a:lvl1pPr>
            <a:lvl2pPr lvl="1" algn="ctr" rtl="0">
              <a:lnSpc>
                <a:spcPct val="100000"/>
              </a:lnSpc>
              <a:spcBef>
                <a:spcPts val="0"/>
              </a:spcBef>
              <a:spcAft>
                <a:spcPts val="0"/>
              </a:spcAft>
              <a:buSzPts val="2900"/>
              <a:buNone/>
              <a:defRPr sz="2900"/>
            </a:lvl2pPr>
            <a:lvl3pPr lvl="2" algn="ctr" rtl="0">
              <a:lnSpc>
                <a:spcPct val="100000"/>
              </a:lnSpc>
              <a:spcBef>
                <a:spcPts val="0"/>
              </a:spcBef>
              <a:spcAft>
                <a:spcPts val="0"/>
              </a:spcAft>
              <a:buSzPts val="2900"/>
              <a:buNone/>
              <a:defRPr sz="2900"/>
            </a:lvl3pPr>
            <a:lvl4pPr lvl="3" algn="ctr" rtl="0">
              <a:lnSpc>
                <a:spcPct val="100000"/>
              </a:lnSpc>
              <a:spcBef>
                <a:spcPts val="0"/>
              </a:spcBef>
              <a:spcAft>
                <a:spcPts val="0"/>
              </a:spcAft>
              <a:buSzPts val="2900"/>
              <a:buNone/>
              <a:defRPr sz="2900"/>
            </a:lvl4pPr>
            <a:lvl5pPr lvl="4" algn="ctr" rtl="0">
              <a:lnSpc>
                <a:spcPct val="100000"/>
              </a:lnSpc>
              <a:spcBef>
                <a:spcPts val="0"/>
              </a:spcBef>
              <a:spcAft>
                <a:spcPts val="0"/>
              </a:spcAft>
              <a:buSzPts val="2900"/>
              <a:buNone/>
              <a:defRPr sz="2900"/>
            </a:lvl5pPr>
            <a:lvl6pPr lvl="5" algn="ctr" rtl="0">
              <a:lnSpc>
                <a:spcPct val="100000"/>
              </a:lnSpc>
              <a:spcBef>
                <a:spcPts val="0"/>
              </a:spcBef>
              <a:spcAft>
                <a:spcPts val="0"/>
              </a:spcAft>
              <a:buSzPts val="2900"/>
              <a:buNone/>
              <a:defRPr sz="2900"/>
            </a:lvl6pPr>
            <a:lvl7pPr lvl="6" algn="ctr" rtl="0">
              <a:lnSpc>
                <a:spcPct val="100000"/>
              </a:lnSpc>
              <a:spcBef>
                <a:spcPts val="0"/>
              </a:spcBef>
              <a:spcAft>
                <a:spcPts val="0"/>
              </a:spcAft>
              <a:buSzPts val="2900"/>
              <a:buNone/>
              <a:defRPr sz="2900"/>
            </a:lvl7pPr>
            <a:lvl8pPr lvl="7" algn="ctr" rtl="0">
              <a:lnSpc>
                <a:spcPct val="100000"/>
              </a:lnSpc>
              <a:spcBef>
                <a:spcPts val="0"/>
              </a:spcBef>
              <a:spcAft>
                <a:spcPts val="0"/>
              </a:spcAft>
              <a:buSzPts val="2900"/>
              <a:buNone/>
              <a:defRPr sz="2900"/>
            </a:lvl8pPr>
            <a:lvl9pPr lvl="8" algn="ctr" rtl="0">
              <a:lnSpc>
                <a:spcPct val="100000"/>
              </a:lnSpc>
              <a:spcBef>
                <a:spcPts val="0"/>
              </a:spcBef>
              <a:spcAft>
                <a:spcPts val="0"/>
              </a:spcAft>
              <a:buSzPts val="2900"/>
              <a:buNone/>
              <a:defRPr sz="29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7"/>
        <p:cNvGrpSpPr/>
        <p:nvPr/>
      </p:nvGrpSpPr>
      <p:grpSpPr>
        <a:xfrm>
          <a:off x="0" y="0"/>
          <a:ext cx="0" cy="0"/>
          <a:chOff x="0" y="0"/>
          <a:chExt cx="0" cy="0"/>
        </a:xfrm>
      </p:grpSpPr>
      <p:sp>
        <p:nvSpPr>
          <p:cNvPr id="68" name="Google Shape;68;p4"/>
          <p:cNvSpPr/>
          <p:nvPr/>
        </p:nvSpPr>
        <p:spPr>
          <a:xfrm>
            <a:off x="0" y="3268775"/>
            <a:ext cx="667651" cy="355450"/>
          </a:xfrm>
          <a:custGeom>
            <a:avLst/>
            <a:gdLst/>
            <a:ahLst/>
            <a:cxnLst/>
            <a:rect l="l" t="t" r="r" b="b"/>
            <a:pathLst>
              <a:path w="2882" h="2764" extrusionOk="0">
                <a:moveTo>
                  <a:pt x="0" y="1"/>
                </a:moveTo>
                <a:lnTo>
                  <a:pt x="0" y="2763"/>
                </a:lnTo>
                <a:lnTo>
                  <a:pt x="2881" y="2763"/>
                </a:lnTo>
                <a:lnTo>
                  <a:pt x="288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4"/>
          <p:cNvSpPr/>
          <p:nvPr/>
        </p:nvSpPr>
        <p:spPr>
          <a:xfrm>
            <a:off x="7960123" y="323033"/>
            <a:ext cx="1183740" cy="355315"/>
          </a:xfrm>
          <a:custGeom>
            <a:avLst/>
            <a:gdLst/>
            <a:ahLst/>
            <a:cxnLst/>
            <a:rect l="l" t="t" r="r" b="b"/>
            <a:pathLst>
              <a:path w="9205" h="2763" extrusionOk="0">
                <a:moveTo>
                  <a:pt x="1" y="0"/>
                </a:moveTo>
                <a:lnTo>
                  <a:pt x="1" y="2762"/>
                </a:lnTo>
                <a:lnTo>
                  <a:pt x="9204" y="2762"/>
                </a:lnTo>
                <a:lnTo>
                  <a:pt x="920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4"/>
          <p:cNvSpPr/>
          <p:nvPr/>
        </p:nvSpPr>
        <p:spPr>
          <a:xfrm>
            <a:off x="7173125" y="912516"/>
            <a:ext cx="1970757" cy="355315"/>
          </a:xfrm>
          <a:custGeom>
            <a:avLst/>
            <a:gdLst/>
            <a:ahLst/>
            <a:cxnLst/>
            <a:rect l="l" t="t" r="r" b="b"/>
            <a:pathLst>
              <a:path w="15325" h="2763" extrusionOk="0">
                <a:moveTo>
                  <a:pt x="1" y="0"/>
                </a:moveTo>
                <a:lnTo>
                  <a:pt x="1" y="2762"/>
                </a:lnTo>
                <a:lnTo>
                  <a:pt x="15324" y="2762"/>
                </a:lnTo>
                <a:lnTo>
                  <a:pt x="15324" y="0"/>
                </a:lnTo>
                <a:close/>
              </a:path>
            </a:pathLst>
          </a:custGeom>
          <a:solidFill>
            <a:srgbClr val="FFFFFF">
              <a:alpha val="19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4"/>
          <p:cNvSpPr/>
          <p:nvPr/>
        </p:nvSpPr>
        <p:spPr>
          <a:xfrm>
            <a:off x="7173125" y="2089940"/>
            <a:ext cx="1970757" cy="356858"/>
          </a:xfrm>
          <a:custGeom>
            <a:avLst/>
            <a:gdLst/>
            <a:ahLst/>
            <a:cxnLst/>
            <a:rect l="l" t="t" r="r" b="b"/>
            <a:pathLst>
              <a:path w="15325" h="2775" extrusionOk="0">
                <a:moveTo>
                  <a:pt x="1" y="0"/>
                </a:moveTo>
                <a:lnTo>
                  <a:pt x="1" y="2774"/>
                </a:lnTo>
                <a:lnTo>
                  <a:pt x="15324" y="2774"/>
                </a:lnTo>
                <a:lnTo>
                  <a:pt x="15324" y="0"/>
                </a:lnTo>
                <a:close/>
              </a:path>
            </a:pathLst>
          </a:custGeom>
          <a:solidFill>
            <a:srgbClr val="FFFFFF">
              <a:alpha val="125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4"/>
          <p:cNvSpPr/>
          <p:nvPr/>
        </p:nvSpPr>
        <p:spPr>
          <a:xfrm>
            <a:off x="0" y="2089940"/>
            <a:ext cx="552969" cy="356858"/>
          </a:xfrm>
          <a:custGeom>
            <a:avLst/>
            <a:gdLst/>
            <a:ahLst/>
            <a:cxnLst/>
            <a:rect l="l" t="t" r="r" b="b"/>
            <a:pathLst>
              <a:path w="4300" h="2775" extrusionOk="0">
                <a:moveTo>
                  <a:pt x="1" y="0"/>
                </a:moveTo>
                <a:lnTo>
                  <a:pt x="1" y="2774"/>
                </a:lnTo>
                <a:lnTo>
                  <a:pt x="4299" y="2774"/>
                </a:lnTo>
                <a:lnTo>
                  <a:pt x="4299" y="0"/>
                </a:lnTo>
                <a:close/>
              </a:path>
            </a:pathLst>
          </a:custGeom>
          <a:solidFill>
            <a:srgbClr val="FFFFFF">
              <a:alpha val="19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4"/>
          <p:cNvSpPr/>
          <p:nvPr/>
        </p:nvSpPr>
        <p:spPr>
          <a:xfrm>
            <a:off x="8773245" y="1500456"/>
            <a:ext cx="370618" cy="356858"/>
          </a:xfrm>
          <a:custGeom>
            <a:avLst/>
            <a:gdLst/>
            <a:ahLst/>
            <a:cxnLst/>
            <a:rect l="l" t="t" r="r" b="b"/>
            <a:pathLst>
              <a:path w="2882" h="2775" extrusionOk="0">
                <a:moveTo>
                  <a:pt x="1" y="0"/>
                </a:moveTo>
                <a:lnTo>
                  <a:pt x="1" y="2774"/>
                </a:lnTo>
                <a:lnTo>
                  <a:pt x="2882" y="2774"/>
                </a:lnTo>
                <a:lnTo>
                  <a:pt x="288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4"/>
          <p:cNvSpPr/>
          <p:nvPr/>
        </p:nvSpPr>
        <p:spPr>
          <a:xfrm>
            <a:off x="8039723" y="3268778"/>
            <a:ext cx="1104138" cy="355443"/>
          </a:xfrm>
          <a:custGeom>
            <a:avLst/>
            <a:gdLst/>
            <a:ahLst/>
            <a:cxnLst/>
            <a:rect l="l" t="t" r="r" b="b"/>
            <a:pathLst>
              <a:path w="8586" h="2764" extrusionOk="0">
                <a:moveTo>
                  <a:pt x="1" y="1"/>
                </a:moveTo>
                <a:lnTo>
                  <a:pt x="1" y="2763"/>
                </a:lnTo>
                <a:lnTo>
                  <a:pt x="8585" y="2763"/>
                </a:lnTo>
                <a:lnTo>
                  <a:pt x="858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4"/>
          <p:cNvSpPr/>
          <p:nvPr/>
        </p:nvSpPr>
        <p:spPr>
          <a:xfrm>
            <a:off x="7555951" y="3858262"/>
            <a:ext cx="1587922" cy="355315"/>
          </a:xfrm>
          <a:custGeom>
            <a:avLst/>
            <a:gdLst/>
            <a:ahLst/>
            <a:cxnLst/>
            <a:rect l="l" t="t" r="r" b="b"/>
            <a:pathLst>
              <a:path w="12348" h="2763" extrusionOk="0">
                <a:moveTo>
                  <a:pt x="0" y="1"/>
                </a:moveTo>
                <a:lnTo>
                  <a:pt x="0" y="2763"/>
                </a:lnTo>
                <a:lnTo>
                  <a:pt x="12347" y="2763"/>
                </a:lnTo>
                <a:lnTo>
                  <a:pt x="12347"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4"/>
          <p:cNvSpPr/>
          <p:nvPr/>
        </p:nvSpPr>
        <p:spPr>
          <a:xfrm>
            <a:off x="0" y="4446202"/>
            <a:ext cx="1183740" cy="356858"/>
          </a:xfrm>
          <a:custGeom>
            <a:avLst/>
            <a:gdLst/>
            <a:ahLst/>
            <a:cxnLst/>
            <a:rect l="l" t="t" r="r" b="b"/>
            <a:pathLst>
              <a:path w="9205" h="2775" extrusionOk="0">
                <a:moveTo>
                  <a:pt x="1" y="1"/>
                </a:moveTo>
                <a:lnTo>
                  <a:pt x="1" y="2775"/>
                </a:lnTo>
                <a:lnTo>
                  <a:pt x="9204" y="2775"/>
                </a:lnTo>
                <a:lnTo>
                  <a:pt x="9204"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4"/>
          <p:cNvSpPr/>
          <p:nvPr/>
        </p:nvSpPr>
        <p:spPr>
          <a:xfrm>
            <a:off x="0" y="3858262"/>
            <a:ext cx="1970757" cy="355315"/>
          </a:xfrm>
          <a:custGeom>
            <a:avLst/>
            <a:gdLst/>
            <a:ahLst/>
            <a:cxnLst/>
            <a:rect l="l" t="t" r="r" b="b"/>
            <a:pathLst>
              <a:path w="15325" h="2763" extrusionOk="0">
                <a:moveTo>
                  <a:pt x="1" y="1"/>
                </a:moveTo>
                <a:lnTo>
                  <a:pt x="1" y="2763"/>
                </a:lnTo>
                <a:lnTo>
                  <a:pt x="15324" y="2763"/>
                </a:lnTo>
                <a:lnTo>
                  <a:pt x="1532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4"/>
          <p:cNvSpPr/>
          <p:nvPr/>
        </p:nvSpPr>
        <p:spPr>
          <a:xfrm>
            <a:off x="2325759" y="3858262"/>
            <a:ext cx="866747" cy="355315"/>
          </a:xfrm>
          <a:custGeom>
            <a:avLst/>
            <a:gdLst/>
            <a:ahLst/>
            <a:cxnLst/>
            <a:rect l="l" t="t" r="r" b="b"/>
            <a:pathLst>
              <a:path w="6740" h="2763" extrusionOk="0">
                <a:moveTo>
                  <a:pt x="1" y="1"/>
                </a:moveTo>
                <a:lnTo>
                  <a:pt x="1" y="2763"/>
                </a:lnTo>
                <a:lnTo>
                  <a:pt x="6739" y="2763"/>
                </a:lnTo>
                <a:lnTo>
                  <a:pt x="6739"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4"/>
          <p:cNvSpPr/>
          <p:nvPr/>
        </p:nvSpPr>
        <p:spPr>
          <a:xfrm>
            <a:off x="0" y="2679300"/>
            <a:ext cx="1485912" cy="355450"/>
          </a:xfrm>
          <a:custGeom>
            <a:avLst/>
            <a:gdLst/>
            <a:ahLst/>
            <a:cxnLst/>
            <a:rect l="l" t="t" r="r" b="b"/>
            <a:pathLst>
              <a:path w="15325" h="2764" extrusionOk="0">
                <a:moveTo>
                  <a:pt x="1" y="1"/>
                </a:moveTo>
                <a:lnTo>
                  <a:pt x="1" y="2763"/>
                </a:lnTo>
                <a:lnTo>
                  <a:pt x="15324" y="2763"/>
                </a:lnTo>
                <a:lnTo>
                  <a:pt x="15324" y="1"/>
                </a:lnTo>
                <a:close/>
              </a:path>
            </a:pathLst>
          </a:custGeom>
          <a:solidFill>
            <a:srgbClr val="FFFFFF">
              <a:alpha val="125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4"/>
          <p:cNvSpPr/>
          <p:nvPr/>
        </p:nvSpPr>
        <p:spPr>
          <a:xfrm>
            <a:off x="896262" y="3268778"/>
            <a:ext cx="370618" cy="355443"/>
          </a:xfrm>
          <a:custGeom>
            <a:avLst/>
            <a:gdLst/>
            <a:ahLst/>
            <a:cxnLst/>
            <a:rect l="l" t="t" r="r" b="b"/>
            <a:pathLst>
              <a:path w="2882" h="2764" extrusionOk="0">
                <a:moveTo>
                  <a:pt x="0" y="1"/>
                </a:moveTo>
                <a:lnTo>
                  <a:pt x="0" y="2763"/>
                </a:lnTo>
                <a:lnTo>
                  <a:pt x="2881" y="2763"/>
                </a:lnTo>
                <a:lnTo>
                  <a:pt x="288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4"/>
          <p:cNvSpPr/>
          <p:nvPr/>
        </p:nvSpPr>
        <p:spPr>
          <a:xfrm>
            <a:off x="0" y="1500456"/>
            <a:ext cx="1104138" cy="356858"/>
          </a:xfrm>
          <a:custGeom>
            <a:avLst/>
            <a:gdLst/>
            <a:ahLst/>
            <a:cxnLst/>
            <a:rect l="l" t="t" r="r" b="b"/>
            <a:pathLst>
              <a:path w="8586" h="2775" extrusionOk="0">
                <a:moveTo>
                  <a:pt x="1" y="0"/>
                </a:moveTo>
                <a:lnTo>
                  <a:pt x="1" y="2774"/>
                </a:lnTo>
                <a:lnTo>
                  <a:pt x="8585" y="2774"/>
                </a:lnTo>
                <a:lnTo>
                  <a:pt x="858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4"/>
          <p:cNvSpPr/>
          <p:nvPr/>
        </p:nvSpPr>
        <p:spPr>
          <a:xfrm>
            <a:off x="359324" y="912525"/>
            <a:ext cx="1228595" cy="355301"/>
          </a:xfrm>
          <a:custGeom>
            <a:avLst/>
            <a:gdLst/>
            <a:ahLst/>
            <a:cxnLst/>
            <a:rect l="l" t="t" r="r" b="b"/>
            <a:pathLst>
              <a:path w="12348" h="2763" extrusionOk="0">
                <a:moveTo>
                  <a:pt x="1" y="0"/>
                </a:moveTo>
                <a:lnTo>
                  <a:pt x="1" y="2762"/>
                </a:lnTo>
                <a:lnTo>
                  <a:pt x="12348" y="2762"/>
                </a:lnTo>
                <a:lnTo>
                  <a:pt x="1234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4"/>
          <p:cNvSpPr/>
          <p:nvPr/>
        </p:nvSpPr>
        <p:spPr>
          <a:xfrm>
            <a:off x="5395565" y="323033"/>
            <a:ext cx="2171240" cy="355315"/>
          </a:xfrm>
          <a:custGeom>
            <a:avLst/>
            <a:gdLst/>
            <a:ahLst/>
            <a:cxnLst/>
            <a:rect l="l" t="t" r="r" b="b"/>
            <a:pathLst>
              <a:path w="16884" h="2763" extrusionOk="0">
                <a:moveTo>
                  <a:pt x="1" y="0"/>
                </a:moveTo>
                <a:lnTo>
                  <a:pt x="1" y="2762"/>
                </a:lnTo>
                <a:lnTo>
                  <a:pt x="16884" y="2762"/>
                </a:lnTo>
                <a:lnTo>
                  <a:pt x="1688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4"/>
          <p:cNvSpPr/>
          <p:nvPr/>
        </p:nvSpPr>
        <p:spPr>
          <a:xfrm>
            <a:off x="5729396" y="3858262"/>
            <a:ext cx="1600139" cy="355315"/>
          </a:xfrm>
          <a:custGeom>
            <a:avLst/>
            <a:gdLst/>
            <a:ahLst/>
            <a:cxnLst/>
            <a:rect l="l" t="t" r="r" b="b"/>
            <a:pathLst>
              <a:path w="12443" h="2763" extrusionOk="0">
                <a:moveTo>
                  <a:pt x="0" y="1"/>
                </a:moveTo>
                <a:lnTo>
                  <a:pt x="0" y="2763"/>
                </a:lnTo>
                <a:lnTo>
                  <a:pt x="12442" y="2763"/>
                </a:lnTo>
                <a:lnTo>
                  <a:pt x="1244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4"/>
          <p:cNvSpPr/>
          <p:nvPr/>
        </p:nvSpPr>
        <p:spPr>
          <a:xfrm>
            <a:off x="1577072" y="4446200"/>
            <a:ext cx="3118770" cy="356851"/>
          </a:xfrm>
          <a:custGeom>
            <a:avLst/>
            <a:gdLst/>
            <a:ahLst/>
            <a:cxnLst/>
            <a:rect l="l" t="t" r="r" b="b"/>
            <a:pathLst>
              <a:path w="16884" h="2775" extrusionOk="0">
                <a:moveTo>
                  <a:pt x="0" y="1"/>
                </a:moveTo>
                <a:lnTo>
                  <a:pt x="0" y="2775"/>
                </a:lnTo>
                <a:lnTo>
                  <a:pt x="16883" y="2775"/>
                </a:lnTo>
                <a:lnTo>
                  <a:pt x="1688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4"/>
          <p:cNvSpPr txBox="1">
            <a:spLocks noGrp="1"/>
          </p:cNvSpPr>
          <p:nvPr>
            <p:ph type="title"/>
          </p:nvPr>
        </p:nvSpPr>
        <p:spPr>
          <a:xfrm>
            <a:off x="454800" y="2714625"/>
            <a:ext cx="8425200" cy="447900"/>
          </a:xfrm>
          <a:prstGeom prst="rect">
            <a:avLst/>
          </a:prstGeom>
        </p:spPr>
        <p:txBody>
          <a:bodyPr spcFirstLastPara="1" wrap="square" lIns="91425" tIns="0" rIns="91425" bIns="0"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87" name="Google Shape;87;p4"/>
          <p:cNvSpPr txBox="1">
            <a:spLocks noGrp="1"/>
          </p:cNvSpPr>
          <p:nvPr>
            <p:ph type="title" idx="2" hasCustomPrompt="1"/>
          </p:nvPr>
        </p:nvSpPr>
        <p:spPr>
          <a:xfrm>
            <a:off x="454800" y="2150850"/>
            <a:ext cx="8425200" cy="489600"/>
          </a:xfrm>
          <a:prstGeom prst="rect">
            <a:avLst/>
          </a:prstGeom>
        </p:spPr>
        <p:txBody>
          <a:bodyPr spcFirstLastPara="1" wrap="square" lIns="91425" tIns="0" rIns="91425" bIns="0" anchor="b" anchorCtr="0">
            <a:noAutofit/>
          </a:bodyPr>
          <a:lstStyle>
            <a:lvl1pPr lvl="0" algn="ctr" rtl="0">
              <a:spcBef>
                <a:spcPts val="0"/>
              </a:spcBef>
              <a:spcAft>
                <a:spcPts val="0"/>
              </a:spcAft>
              <a:buClr>
                <a:schemeClr val="dk2"/>
              </a:buClr>
              <a:buSzPts val="8000"/>
              <a:buNone/>
              <a:defRPr sz="8000">
                <a:solidFill>
                  <a:schemeClr val="dk2"/>
                </a:solidFill>
              </a:defRPr>
            </a:lvl1pPr>
            <a:lvl2pPr lvl="1" algn="ctr" rtl="0">
              <a:spcBef>
                <a:spcPts val="0"/>
              </a:spcBef>
              <a:spcAft>
                <a:spcPts val="0"/>
              </a:spcAft>
              <a:buSzPts val="12500"/>
              <a:buFont typeface="Overpass Mono"/>
              <a:buNone/>
              <a:defRPr sz="12500" b="1">
                <a:latin typeface="Overpass Mono"/>
                <a:ea typeface="Overpass Mono"/>
                <a:cs typeface="Overpass Mono"/>
                <a:sym typeface="Overpass Mono"/>
              </a:defRPr>
            </a:lvl2pPr>
            <a:lvl3pPr lvl="2" algn="ctr" rtl="0">
              <a:spcBef>
                <a:spcPts val="0"/>
              </a:spcBef>
              <a:spcAft>
                <a:spcPts val="0"/>
              </a:spcAft>
              <a:buSzPts val="12500"/>
              <a:buFont typeface="Overpass Mono"/>
              <a:buNone/>
              <a:defRPr sz="12500" b="1">
                <a:latin typeface="Overpass Mono"/>
                <a:ea typeface="Overpass Mono"/>
                <a:cs typeface="Overpass Mono"/>
                <a:sym typeface="Overpass Mono"/>
              </a:defRPr>
            </a:lvl3pPr>
            <a:lvl4pPr lvl="3" algn="ctr" rtl="0">
              <a:spcBef>
                <a:spcPts val="0"/>
              </a:spcBef>
              <a:spcAft>
                <a:spcPts val="0"/>
              </a:spcAft>
              <a:buSzPts val="12500"/>
              <a:buFont typeface="Overpass Mono"/>
              <a:buNone/>
              <a:defRPr sz="12500" b="1">
                <a:latin typeface="Overpass Mono"/>
                <a:ea typeface="Overpass Mono"/>
                <a:cs typeface="Overpass Mono"/>
                <a:sym typeface="Overpass Mono"/>
              </a:defRPr>
            </a:lvl4pPr>
            <a:lvl5pPr lvl="4" algn="ctr" rtl="0">
              <a:spcBef>
                <a:spcPts val="0"/>
              </a:spcBef>
              <a:spcAft>
                <a:spcPts val="0"/>
              </a:spcAft>
              <a:buSzPts val="12500"/>
              <a:buFont typeface="Overpass Mono"/>
              <a:buNone/>
              <a:defRPr sz="12500" b="1">
                <a:latin typeface="Overpass Mono"/>
                <a:ea typeface="Overpass Mono"/>
                <a:cs typeface="Overpass Mono"/>
                <a:sym typeface="Overpass Mono"/>
              </a:defRPr>
            </a:lvl5pPr>
            <a:lvl6pPr lvl="5" algn="ctr" rtl="0">
              <a:spcBef>
                <a:spcPts val="0"/>
              </a:spcBef>
              <a:spcAft>
                <a:spcPts val="0"/>
              </a:spcAft>
              <a:buSzPts val="12500"/>
              <a:buFont typeface="Overpass Mono"/>
              <a:buNone/>
              <a:defRPr sz="12500" b="1">
                <a:latin typeface="Overpass Mono"/>
                <a:ea typeface="Overpass Mono"/>
                <a:cs typeface="Overpass Mono"/>
                <a:sym typeface="Overpass Mono"/>
              </a:defRPr>
            </a:lvl6pPr>
            <a:lvl7pPr lvl="6" algn="ctr" rtl="0">
              <a:spcBef>
                <a:spcPts val="0"/>
              </a:spcBef>
              <a:spcAft>
                <a:spcPts val="0"/>
              </a:spcAft>
              <a:buSzPts val="12500"/>
              <a:buFont typeface="Overpass Mono"/>
              <a:buNone/>
              <a:defRPr sz="12500" b="1">
                <a:latin typeface="Overpass Mono"/>
                <a:ea typeface="Overpass Mono"/>
                <a:cs typeface="Overpass Mono"/>
                <a:sym typeface="Overpass Mono"/>
              </a:defRPr>
            </a:lvl7pPr>
            <a:lvl8pPr lvl="7" algn="ctr" rtl="0">
              <a:spcBef>
                <a:spcPts val="0"/>
              </a:spcBef>
              <a:spcAft>
                <a:spcPts val="0"/>
              </a:spcAft>
              <a:buSzPts val="12500"/>
              <a:buFont typeface="Overpass Mono"/>
              <a:buNone/>
              <a:defRPr sz="12500" b="1">
                <a:latin typeface="Overpass Mono"/>
                <a:ea typeface="Overpass Mono"/>
                <a:cs typeface="Overpass Mono"/>
                <a:sym typeface="Overpass Mono"/>
              </a:defRPr>
            </a:lvl8pPr>
            <a:lvl9pPr lvl="8" algn="ctr" rtl="0">
              <a:spcBef>
                <a:spcPts val="0"/>
              </a:spcBef>
              <a:spcAft>
                <a:spcPts val="0"/>
              </a:spcAft>
              <a:buSzPts val="12500"/>
              <a:buFont typeface="Overpass Mono"/>
              <a:buNone/>
              <a:defRPr sz="12500" b="1">
                <a:latin typeface="Overpass Mono"/>
                <a:ea typeface="Overpass Mono"/>
                <a:cs typeface="Overpass Mono"/>
                <a:sym typeface="Overpass Mono"/>
              </a:defRPr>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88"/>
        <p:cNvGrpSpPr/>
        <p:nvPr/>
      </p:nvGrpSpPr>
      <p:grpSpPr>
        <a:xfrm>
          <a:off x="0" y="0"/>
          <a:ext cx="0" cy="0"/>
          <a:chOff x="0" y="0"/>
          <a:chExt cx="0" cy="0"/>
        </a:xfrm>
      </p:grpSpPr>
      <p:sp>
        <p:nvSpPr>
          <p:cNvPr id="89" name="Google Shape;89;p5"/>
          <p:cNvSpPr/>
          <p:nvPr/>
        </p:nvSpPr>
        <p:spPr>
          <a:xfrm>
            <a:off x="0" y="1515825"/>
            <a:ext cx="2943127" cy="241405"/>
          </a:xfrm>
          <a:custGeom>
            <a:avLst/>
            <a:gdLst/>
            <a:ahLst/>
            <a:cxnLst/>
            <a:rect l="l" t="t" r="r" b="b"/>
            <a:pathLst>
              <a:path w="146079" h="5859" extrusionOk="0">
                <a:moveTo>
                  <a:pt x="1" y="1"/>
                </a:moveTo>
                <a:lnTo>
                  <a:pt x="1" y="5858"/>
                </a:lnTo>
                <a:lnTo>
                  <a:pt x="146079" y="5858"/>
                </a:lnTo>
                <a:lnTo>
                  <a:pt x="14607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5"/>
          <p:cNvSpPr txBox="1">
            <a:spLocks noGrp="1"/>
          </p:cNvSpPr>
          <p:nvPr>
            <p:ph type="body" idx="1"/>
          </p:nvPr>
        </p:nvSpPr>
        <p:spPr>
          <a:xfrm>
            <a:off x="609499" y="1973025"/>
            <a:ext cx="3512700" cy="2130900"/>
          </a:xfrm>
          <a:prstGeom prst="rect">
            <a:avLst/>
          </a:prstGeom>
        </p:spPr>
        <p:txBody>
          <a:bodyPr spcFirstLastPara="1" wrap="square" lIns="91425" tIns="91425" rIns="91425" bIns="91425" anchor="t" anchorCtr="0">
            <a:noAutofit/>
          </a:bodyPr>
          <a:lstStyle>
            <a:lvl1pPr marL="457200" lvl="0" indent="-330200" rtl="0">
              <a:lnSpc>
                <a:spcPct val="100000"/>
              </a:lnSpc>
              <a:spcBef>
                <a:spcPts val="0"/>
              </a:spcBef>
              <a:spcAft>
                <a:spcPts val="0"/>
              </a:spcAft>
              <a:buSzPts val="1600"/>
              <a:buFont typeface="Raleway SemiBold"/>
              <a:buChar char="●"/>
              <a:defRPr sz="1600"/>
            </a:lvl1pPr>
            <a:lvl2pPr marL="914400" lvl="1" indent="-330200" rtl="0">
              <a:spcBef>
                <a:spcPts val="0"/>
              </a:spcBef>
              <a:spcAft>
                <a:spcPts val="0"/>
              </a:spcAft>
              <a:buSzPts val="1600"/>
              <a:buFont typeface="Nunito Light"/>
              <a:buChar char="○"/>
              <a:defRPr sz="1600"/>
            </a:lvl2pPr>
            <a:lvl3pPr marL="1371600" lvl="2" indent="-330200" rtl="0">
              <a:spcBef>
                <a:spcPts val="1600"/>
              </a:spcBef>
              <a:spcAft>
                <a:spcPts val="0"/>
              </a:spcAft>
              <a:buSzPts val="1600"/>
              <a:buFont typeface="Nunito Light"/>
              <a:buChar char="■"/>
              <a:defRPr sz="1600"/>
            </a:lvl3pPr>
            <a:lvl4pPr marL="1828800" lvl="3" indent="-330200" rtl="0">
              <a:spcBef>
                <a:spcPts val="1600"/>
              </a:spcBef>
              <a:spcAft>
                <a:spcPts val="0"/>
              </a:spcAft>
              <a:buSzPts val="1600"/>
              <a:buFont typeface="Nunito Light"/>
              <a:buChar char="●"/>
              <a:defRPr sz="1600"/>
            </a:lvl4pPr>
            <a:lvl5pPr marL="2286000" lvl="4" indent="-330200" rtl="0">
              <a:spcBef>
                <a:spcPts val="1600"/>
              </a:spcBef>
              <a:spcAft>
                <a:spcPts val="0"/>
              </a:spcAft>
              <a:buSzPts val="1600"/>
              <a:buFont typeface="Nunito Light"/>
              <a:buChar char="○"/>
              <a:defRPr sz="1600"/>
            </a:lvl5pPr>
            <a:lvl6pPr marL="2743200" lvl="5" indent="-330200" rtl="0">
              <a:spcBef>
                <a:spcPts val="1600"/>
              </a:spcBef>
              <a:spcAft>
                <a:spcPts val="0"/>
              </a:spcAft>
              <a:buSzPts val="1600"/>
              <a:buFont typeface="Nunito Light"/>
              <a:buChar char="■"/>
              <a:defRPr sz="1600"/>
            </a:lvl6pPr>
            <a:lvl7pPr marL="3200400" lvl="6" indent="-330200" rtl="0">
              <a:spcBef>
                <a:spcPts val="1600"/>
              </a:spcBef>
              <a:spcAft>
                <a:spcPts val="0"/>
              </a:spcAft>
              <a:buSzPts val="1600"/>
              <a:buFont typeface="Nunito Light"/>
              <a:buChar char="●"/>
              <a:defRPr sz="1600"/>
            </a:lvl7pPr>
            <a:lvl8pPr marL="3657600" lvl="7" indent="-330200" rtl="0">
              <a:spcBef>
                <a:spcPts val="1600"/>
              </a:spcBef>
              <a:spcAft>
                <a:spcPts val="0"/>
              </a:spcAft>
              <a:buSzPts val="1600"/>
              <a:buFont typeface="Nunito Light"/>
              <a:buChar char="○"/>
              <a:defRPr sz="1600"/>
            </a:lvl8pPr>
            <a:lvl9pPr marL="4114800" lvl="8" indent="-330200" rtl="0">
              <a:spcBef>
                <a:spcPts val="1600"/>
              </a:spcBef>
              <a:spcAft>
                <a:spcPts val="1600"/>
              </a:spcAft>
              <a:buSzPts val="1600"/>
              <a:buFont typeface="Nunito Light"/>
              <a:buChar char="■"/>
              <a:defRPr sz="1600"/>
            </a:lvl9pPr>
          </a:lstStyle>
          <a:p>
            <a:endParaRPr/>
          </a:p>
        </p:txBody>
      </p:sp>
      <p:sp>
        <p:nvSpPr>
          <p:cNvPr id="91" name="Google Shape;91;p5"/>
          <p:cNvSpPr txBox="1">
            <a:spLocks noGrp="1"/>
          </p:cNvSpPr>
          <p:nvPr>
            <p:ph type="title"/>
          </p:nvPr>
        </p:nvSpPr>
        <p:spPr>
          <a:xfrm>
            <a:off x="560825" y="1168325"/>
            <a:ext cx="3561300" cy="669000"/>
          </a:xfrm>
          <a:prstGeom prst="rect">
            <a:avLst/>
          </a:prstGeom>
        </p:spPr>
        <p:txBody>
          <a:bodyPr spcFirstLastPara="1" wrap="square" lIns="91425" tIns="91425" rIns="91425" bIns="91425" anchor="t" anchorCtr="0">
            <a:noAutofit/>
          </a:bodyPr>
          <a:lstStyle>
            <a:lvl1pPr lvl="0" rtl="0">
              <a:spcBef>
                <a:spcPts val="0"/>
              </a:spcBef>
              <a:spcAft>
                <a:spcPts val="0"/>
              </a:spcAft>
              <a:buNone/>
              <a:defRPr sz="3000">
                <a:solidFill>
                  <a:schemeClr val="dk2"/>
                </a:solidFill>
              </a:defRPr>
            </a:lvl1pPr>
            <a:lvl2pPr lvl="1" rtl="0">
              <a:spcBef>
                <a:spcPts val="0"/>
              </a:spcBef>
              <a:spcAft>
                <a:spcPts val="0"/>
              </a:spcAft>
              <a:buNone/>
              <a:defRPr sz="3000"/>
            </a:lvl2pPr>
            <a:lvl3pPr lvl="2" rtl="0">
              <a:spcBef>
                <a:spcPts val="0"/>
              </a:spcBef>
              <a:spcAft>
                <a:spcPts val="0"/>
              </a:spcAft>
              <a:buNone/>
              <a:defRPr sz="3000"/>
            </a:lvl3pPr>
            <a:lvl4pPr lvl="3" rtl="0">
              <a:spcBef>
                <a:spcPts val="0"/>
              </a:spcBef>
              <a:spcAft>
                <a:spcPts val="0"/>
              </a:spcAft>
              <a:buNone/>
              <a:defRPr sz="3000"/>
            </a:lvl4pPr>
            <a:lvl5pPr lvl="4" rtl="0">
              <a:spcBef>
                <a:spcPts val="0"/>
              </a:spcBef>
              <a:spcAft>
                <a:spcPts val="0"/>
              </a:spcAft>
              <a:buNone/>
              <a:defRPr sz="3000"/>
            </a:lvl5pPr>
            <a:lvl6pPr lvl="5" rtl="0">
              <a:spcBef>
                <a:spcPts val="0"/>
              </a:spcBef>
              <a:spcAft>
                <a:spcPts val="0"/>
              </a:spcAft>
              <a:buNone/>
              <a:defRPr sz="3000"/>
            </a:lvl6pPr>
            <a:lvl7pPr lvl="6" rtl="0">
              <a:spcBef>
                <a:spcPts val="0"/>
              </a:spcBef>
              <a:spcAft>
                <a:spcPts val="0"/>
              </a:spcAft>
              <a:buNone/>
              <a:defRPr sz="3000"/>
            </a:lvl7pPr>
            <a:lvl8pPr lvl="7" rtl="0">
              <a:spcBef>
                <a:spcPts val="0"/>
              </a:spcBef>
              <a:spcAft>
                <a:spcPts val="0"/>
              </a:spcAft>
              <a:buNone/>
              <a:defRPr sz="3000"/>
            </a:lvl8pPr>
            <a:lvl9pPr lvl="8" rtl="0">
              <a:spcBef>
                <a:spcPts val="0"/>
              </a:spcBef>
              <a:spcAft>
                <a:spcPts val="0"/>
              </a:spcAft>
              <a:buNone/>
              <a:defRPr sz="30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9"/>
        <p:cNvGrpSpPr/>
        <p:nvPr/>
      </p:nvGrpSpPr>
      <p:grpSpPr>
        <a:xfrm>
          <a:off x="0" y="0"/>
          <a:ext cx="0" cy="0"/>
          <a:chOff x="0" y="0"/>
          <a:chExt cx="0" cy="0"/>
        </a:xfrm>
      </p:grpSpPr>
      <p:sp>
        <p:nvSpPr>
          <p:cNvPr id="100" name="Google Shape;100;p7"/>
          <p:cNvSpPr txBox="1">
            <a:spLocks noGrp="1"/>
          </p:cNvSpPr>
          <p:nvPr>
            <p:ph type="title"/>
          </p:nvPr>
        </p:nvSpPr>
        <p:spPr>
          <a:xfrm>
            <a:off x="1278050" y="343200"/>
            <a:ext cx="6588000" cy="669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3000">
                <a:solidFill>
                  <a:schemeClr val="dk2"/>
                </a:solidFill>
              </a:defRPr>
            </a:lvl1pPr>
            <a:lvl2pPr lvl="1" algn="ctr" rtl="0">
              <a:spcBef>
                <a:spcPts val="0"/>
              </a:spcBef>
              <a:spcAft>
                <a:spcPts val="0"/>
              </a:spcAft>
              <a:buNone/>
              <a:defRPr sz="3000"/>
            </a:lvl2pPr>
            <a:lvl3pPr lvl="2" algn="ctr" rtl="0">
              <a:spcBef>
                <a:spcPts val="0"/>
              </a:spcBef>
              <a:spcAft>
                <a:spcPts val="0"/>
              </a:spcAft>
              <a:buNone/>
              <a:defRPr sz="3000"/>
            </a:lvl3pPr>
            <a:lvl4pPr lvl="3" algn="ctr" rtl="0">
              <a:spcBef>
                <a:spcPts val="0"/>
              </a:spcBef>
              <a:spcAft>
                <a:spcPts val="0"/>
              </a:spcAft>
              <a:buNone/>
              <a:defRPr sz="3000"/>
            </a:lvl4pPr>
            <a:lvl5pPr lvl="4" algn="ctr" rtl="0">
              <a:spcBef>
                <a:spcPts val="0"/>
              </a:spcBef>
              <a:spcAft>
                <a:spcPts val="0"/>
              </a:spcAft>
              <a:buNone/>
              <a:defRPr sz="3000"/>
            </a:lvl5pPr>
            <a:lvl6pPr lvl="5" algn="ctr" rtl="0">
              <a:spcBef>
                <a:spcPts val="0"/>
              </a:spcBef>
              <a:spcAft>
                <a:spcPts val="0"/>
              </a:spcAft>
              <a:buNone/>
              <a:defRPr sz="3000"/>
            </a:lvl6pPr>
            <a:lvl7pPr lvl="6" algn="ctr" rtl="0">
              <a:spcBef>
                <a:spcPts val="0"/>
              </a:spcBef>
              <a:spcAft>
                <a:spcPts val="0"/>
              </a:spcAft>
              <a:buNone/>
              <a:defRPr sz="3000"/>
            </a:lvl7pPr>
            <a:lvl8pPr lvl="7" algn="ctr" rtl="0">
              <a:spcBef>
                <a:spcPts val="0"/>
              </a:spcBef>
              <a:spcAft>
                <a:spcPts val="0"/>
              </a:spcAft>
              <a:buNone/>
              <a:defRPr sz="3000"/>
            </a:lvl8pPr>
            <a:lvl9pPr lvl="8" algn="ctr" rtl="0">
              <a:spcBef>
                <a:spcPts val="0"/>
              </a:spcBef>
              <a:spcAft>
                <a:spcPts val="0"/>
              </a:spcAft>
              <a:buNone/>
              <a:defRPr sz="30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01"/>
        <p:cNvGrpSpPr/>
        <p:nvPr/>
      </p:nvGrpSpPr>
      <p:grpSpPr>
        <a:xfrm>
          <a:off x="0" y="0"/>
          <a:ext cx="0" cy="0"/>
          <a:chOff x="0" y="0"/>
          <a:chExt cx="0" cy="0"/>
        </a:xfrm>
      </p:grpSpPr>
      <p:sp>
        <p:nvSpPr>
          <p:cNvPr id="102" name="Google Shape;102;p8"/>
          <p:cNvSpPr txBox="1">
            <a:spLocks noGrp="1"/>
          </p:cNvSpPr>
          <p:nvPr>
            <p:ph type="title"/>
          </p:nvPr>
        </p:nvSpPr>
        <p:spPr>
          <a:xfrm>
            <a:off x="1278050" y="343200"/>
            <a:ext cx="6588000" cy="669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3000">
                <a:solidFill>
                  <a:schemeClr val="dk2"/>
                </a:solidFill>
              </a:defRPr>
            </a:lvl1pPr>
            <a:lvl2pPr lvl="1" algn="ctr" rtl="0">
              <a:spcBef>
                <a:spcPts val="0"/>
              </a:spcBef>
              <a:spcAft>
                <a:spcPts val="0"/>
              </a:spcAft>
              <a:buNone/>
              <a:defRPr sz="3000"/>
            </a:lvl2pPr>
            <a:lvl3pPr lvl="2" algn="ctr" rtl="0">
              <a:spcBef>
                <a:spcPts val="0"/>
              </a:spcBef>
              <a:spcAft>
                <a:spcPts val="0"/>
              </a:spcAft>
              <a:buNone/>
              <a:defRPr sz="3000"/>
            </a:lvl3pPr>
            <a:lvl4pPr lvl="3" algn="ctr" rtl="0">
              <a:spcBef>
                <a:spcPts val="0"/>
              </a:spcBef>
              <a:spcAft>
                <a:spcPts val="0"/>
              </a:spcAft>
              <a:buNone/>
              <a:defRPr sz="3000"/>
            </a:lvl4pPr>
            <a:lvl5pPr lvl="4" algn="ctr" rtl="0">
              <a:spcBef>
                <a:spcPts val="0"/>
              </a:spcBef>
              <a:spcAft>
                <a:spcPts val="0"/>
              </a:spcAft>
              <a:buNone/>
              <a:defRPr sz="3000"/>
            </a:lvl5pPr>
            <a:lvl6pPr lvl="5" algn="ctr" rtl="0">
              <a:spcBef>
                <a:spcPts val="0"/>
              </a:spcBef>
              <a:spcAft>
                <a:spcPts val="0"/>
              </a:spcAft>
              <a:buNone/>
              <a:defRPr sz="3000"/>
            </a:lvl6pPr>
            <a:lvl7pPr lvl="6" algn="ctr" rtl="0">
              <a:spcBef>
                <a:spcPts val="0"/>
              </a:spcBef>
              <a:spcAft>
                <a:spcPts val="0"/>
              </a:spcAft>
              <a:buNone/>
              <a:defRPr sz="3000"/>
            </a:lvl7pPr>
            <a:lvl8pPr lvl="7" algn="ctr" rtl="0">
              <a:spcBef>
                <a:spcPts val="0"/>
              </a:spcBef>
              <a:spcAft>
                <a:spcPts val="0"/>
              </a:spcAft>
              <a:buNone/>
              <a:defRPr sz="3000"/>
            </a:lvl8pPr>
            <a:lvl9pPr lvl="8" algn="ctr" rtl="0">
              <a:spcBef>
                <a:spcPts val="0"/>
              </a:spcBef>
              <a:spcAft>
                <a:spcPts val="0"/>
              </a:spcAft>
              <a:buNone/>
              <a:defRPr sz="3000"/>
            </a:lvl9pPr>
          </a:lstStyle>
          <a:p>
            <a:endParaRPr/>
          </a:p>
        </p:txBody>
      </p:sp>
      <p:sp>
        <p:nvSpPr>
          <p:cNvPr id="103" name="Google Shape;103;p8"/>
          <p:cNvSpPr txBox="1">
            <a:spLocks noGrp="1"/>
          </p:cNvSpPr>
          <p:nvPr>
            <p:ph type="subTitle" idx="1"/>
          </p:nvPr>
        </p:nvSpPr>
        <p:spPr>
          <a:xfrm flipH="1">
            <a:off x="1456725" y="1617100"/>
            <a:ext cx="1960800" cy="1037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sz="1600"/>
            </a:lvl1pPr>
            <a:lvl2pPr lvl="1" algn="r" rtl="0">
              <a:lnSpc>
                <a:spcPct val="100000"/>
              </a:lnSpc>
              <a:spcBef>
                <a:spcPts val="0"/>
              </a:spcBef>
              <a:spcAft>
                <a:spcPts val="0"/>
              </a:spcAft>
              <a:buSzPts val="1400"/>
              <a:buNone/>
              <a:defRPr/>
            </a:lvl2pPr>
            <a:lvl3pPr lvl="2" algn="r" rtl="0">
              <a:lnSpc>
                <a:spcPct val="100000"/>
              </a:lnSpc>
              <a:spcBef>
                <a:spcPts val="0"/>
              </a:spcBef>
              <a:spcAft>
                <a:spcPts val="0"/>
              </a:spcAft>
              <a:buSzPts val="1400"/>
              <a:buNone/>
              <a:defRPr/>
            </a:lvl3pPr>
            <a:lvl4pPr lvl="3" algn="r" rtl="0">
              <a:lnSpc>
                <a:spcPct val="100000"/>
              </a:lnSpc>
              <a:spcBef>
                <a:spcPts val="0"/>
              </a:spcBef>
              <a:spcAft>
                <a:spcPts val="0"/>
              </a:spcAft>
              <a:buSzPts val="1400"/>
              <a:buNone/>
              <a:defRPr/>
            </a:lvl4pPr>
            <a:lvl5pPr lvl="4" algn="r" rtl="0">
              <a:lnSpc>
                <a:spcPct val="100000"/>
              </a:lnSpc>
              <a:spcBef>
                <a:spcPts val="0"/>
              </a:spcBef>
              <a:spcAft>
                <a:spcPts val="0"/>
              </a:spcAft>
              <a:buSzPts val="1400"/>
              <a:buNone/>
              <a:defRPr/>
            </a:lvl5pPr>
            <a:lvl6pPr lvl="5" algn="r" rtl="0">
              <a:lnSpc>
                <a:spcPct val="100000"/>
              </a:lnSpc>
              <a:spcBef>
                <a:spcPts val="0"/>
              </a:spcBef>
              <a:spcAft>
                <a:spcPts val="0"/>
              </a:spcAft>
              <a:buSzPts val="1400"/>
              <a:buNone/>
              <a:defRPr/>
            </a:lvl6pPr>
            <a:lvl7pPr lvl="6" algn="r" rtl="0">
              <a:lnSpc>
                <a:spcPct val="100000"/>
              </a:lnSpc>
              <a:spcBef>
                <a:spcPts val="0"/>
              </a:spcBef>
              <a:spcAft>
                <a:spcPts val="0"/>
              </a:spcAft>
              <a:buSzPts val="1400"/>
              <a:buNone/>
              <a:defRPr/>
            </a:lvl7pPr>
            <a:lvl8pPr lvl="7" algn="r" rtl="0">
              <a:lnSpc>
                <a:spcPct val="100000"/>
              </a:lnSpc>
              <a:spcBef>
                <a:spcPts val="0"/>
              </a:spcBef>
              <a:spcAft>
                <a:spcPts val="0"/>
              </a:spcAft>
              <a:buSzPts val="1400"/>
              <a:buNone/>
              <a:defRPr/>
            </a:lvl8pPr>
            <a:lvl9pPr lvl="8" algn="r" rtl="0">
              <a:lnSpc>
                <a:spcPct val="100000"/>
              </a:lnSpc>
              <a:spcBef>
                <a:spcPts val="0"/>
              </a:spcBef>
              <a:spcAft>
                <a:spcPts val="0"/>
              </a:spcAft>
              <a:buSzPts val="1400"/>
              <a:buNone/>
              <a:defRPr/>
            </a:lvl9pPr>
          </a:lstStyle>
          <a:p>
            <a:endParaRPr/>
          </a:p>
        </p:txBody>
      </p:sp>
      <p:sp>
        <p:nvSpPr>
          <p:cNvPr id="104" name="Google Shape;104;p8"/>
          <p:cNvSpPr/>
          <p:nvPr/>
        </p:nvSpPr>
        <p:spPr>
          <a:xfrm>
            <a:off x="0" y="2689849"/>
            <a:ext cx="2770896" cy="1033530"/>
          </a:xfrm>
          <a:custGeom>
            <a:avLst/>
            <a:gdLst/>
            <a:ahLst/>
            <a:cxnLst/>
            <a:rect l="l" t="t" r="r" b="b"/>
            <a:pathLst>
              <a:path w="106491" h="5847" extrusionOk="0">
                <a:moveTo>
                  <a:pt x="1" y="0"/>
                </a:moveTo>
                <a:lnTo>
                  <a:pt x="1" y="5846"/>
                </a:lnTo>
                <a:lnTo>
                  <a:pt x="106490" y="5846"/>
                </a:lnTo>
                <a:lnTo>
                  <a:pt x="106490" y="0"/>
                </a:lnTo>
                <a:close/>
              </a:path>
            </a:pathLst>
          </a:custGeom>
          <a:solidFill>
            <a:srgbClr val="FFFFFF">
              <a:alpha val="125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8"/>
          <p:cNvSpPr/>
          <p:nvPr/>
        </p:nvSpPr>
        <p:spPr>
          <a:xfrm>
            <a:off x="0" y="0"/>
            <a:ext cx="1278158" cy="442823"/>
          </a:xfrm>
          <a:custGeom>
            <a:avLst/>
            <a:gdLst/>
            <a:ahLst/>
            <a:cxnLst/>
            <a:rect l="l" t="t" r="r" b="b"/>
            <a:pathLst>
              <a:path w="106491" h="5847" extrusionOk="0">
                <a:moveTo>
                  <a:pt x="1" y="0"/>
                </a:moveTo>
                <a:lnTo>
                  <a:pt x="1" y="5846"/>
                </a:lnTo>
                <a:lnTo>
                  <a:pt x="106490" y="5846"/>
                </a:lnTo>
                <a:lnTo>
                  <a:pt x="10649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Nota al pie">
  <p:cSld name="CAPTION_ONLY_1">
    <p:spTree>
      <p:nvGrpSpPr>
        <p:cNvPr id="1" name="Shape 139"/>
        <p:cNvGrpSpPr/>
        <p:nvPr/>
      </p:nvGrpSpPr>
      <p:grpSpPr>
        <a:xfrm>
          <a:off x="0" y="0"/>
          <a:ext cx="0" cy="0"/>
          <a:chOff x="0" y="0"/>
          <a:chExt cx="0" cy="0"/>
        </a:xfrm>
      </p:grpSpPr>
      <p:sp>
        <p:nvSpPr>
          <p:cNvPr id="140" name="Google Shape;140;p11"/>
          <p:cNvSpPr/>
          <p:nvPr/>
        </p:nvSpPr>
        <p:spPr>
          <a:xfrm>
            <a:off x="7928639" y="1"/>
            <a:ext cx="1215355" cy="402011"/>
          </a:xfrm>
          <a:custGeom>
            <a:avLst/>
            <a:gdLst/>
            <a:ahLst/>
            <a:cxnLst/>
            <a:rect l="l" t="t" r="r" b="b"/>
            <a:pathLst>
              <a:path w="15122" h="5002" extrusionOk="0">
                <a:moveTo>
                  <a:pt x="0" y="1"/>
                </a:moveTo>
                <a:lnTo>
                  <a:pt x="0" y="5001"/>
                </a:lnTo>
                <a:lnTo>
                  <a:pt x="15121" y="5001"/>
                </a:lnTo>
                <a:lnTo>
                  <a:pt x="1512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11"/>
          <p:cNvSpPr/>
          <p:nvPr/>
        </p:nvSpPr>
        <p:spPr>
          <a:xfrm>
            <a:off x="3511525" y="783700"/>
            <a:ext cx="5632410" cy="2353867"/>
          </a:xfrm>
          <a:custGeom>
            <a:avLst/>
            <a:gdLst/>
            <a:ahLst/>
            <a:cxnLst/>
            <a:rect l="l" t="t" r="r" b="b"/>
            <a:pathLst>
              <a:path w="70081" h="27529" extrusionOk="0">
                <a:moveTo>
                  <a:pt x="0" y="1"/>
                </a:moveTo>
                <a:lnTo>
                  <a:pt x="0" y="27528"/>
                </a:lnTo>
                <a:lnTo>
                  <a:pt x="70080" y="27528"/>
                </a:lnTo>
                <a:lnTo>
                  <a:pt x="7008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11"/>
          <p:cNvSpPr txBox="1">
            <a:spLocks noGrp="1"/>
          </p:cNvSpPr>
          <p:nvPr>
            <p:ph type="title"/>
          </p:nvPr>
        </p:nvSpPr>
        <p:spPr>
          <a:xfrm>
            <a:off x="3762375" y="1012300"/>
            <a:ext cx="4915200" cy="1940100"/>
          </a:xfrm>
          <a:prstGeom prst="rect">
            <a:avLst/>
          </a:prstGeom>
        </p:spPr>
        <p:txBody>
          <a:bodyPr spcFirstLastPara="1" wrap="square" lIns="91425" tIns="0" rIns="91425" bIns="0" anchor="ctr" anchorCtr="0">
            <a:noAutofit/>
          </a:bodyPr>
          <a:lstStyle>
            <a:lvl1pPr lvl="0" algn="r" rtl="0">
              <a:lnSpc>
                <a:spcPct val="100000"/>
              </a:lnSpc>
              <a:spcBef>
                <a:spcPts val="0"/>
              </a:spcBef>
              <a:spcAft>
                <a:spcPts val="0"/>
              </a:spcAft>
              <a:buClr>
                <a:schemeClr val="dk1"/>
              </a:buClr>
              <a:buSzPts val="3500"/>
              <a:buNone/>
              <a:defRPr sz="3500">
                <a:solidFill>
                  <a:schemeClr val="dk1"/>
                </a:solidFill>
              </a:defRPr>
            </a:lvl1pPr>
            <a:lvl2pPr lvl="1" rtl="0">
              <a:lnSpc>
                <a:spcPct val="100000"/>
              </a:lnSpc>
              <a:spcBef>
                <a:spcPts val="0"/>
              </a:spcBef>
              <a:spcAft>
                <a:spcPts val="0"/>
              </a:spcAft>
              <a:buSzPts val="4800"/>
              <a:buNone/>
              <a:defRPr sz="4800"/>
            </a:lvl2pPr>
            <a:lvl3pPr lvl="2" rtl="0">
              <a:lnSpc>
                <a:spcPct val="100000"/>
              </a:lnSpc>
              <a:spcBef>
                <a:spcPts val="0"/>
              </a:spcBef>
              <a:spcAft>
                <a:spcPts val="0"/>
              </a:spcAft>
              <a:buSzPts val="4800"/>
              <a:buNone/>
              <a:defRPr sz="4800"/>
            </a:lvl3pPr>
            <a:lvl4pPr lvl="3" rtl="0">
              <a:lnSpc>
                <a:spcPct val="100000"/>
              </a:lnSpc>
              <a:spcBef>
                <a:spcPts val="0"/>
              </a:spcBef>
              <a:spcAft>
                <a:spcPts val="0"/>
              </a:spcAft>
              <a:buSzPts val="4800"/>
              <a:buNone/>
              <a:defRPr sz="4800"/>
            </a:lvl4pPr>
            <a:lvl5pPr lvl="4" rtl="0">
              <a:lnSpc>
                <a:spcPct val="100000"/>
              </a:lnSpc>
              <a:spcBef>
                <a:spcPts val="0"/>
              </a:spcBef>
              <a:spcAft>
                <a:spcPts val="0"/>
              </a:spcAft>
              <a:buSzPts val="4800"/>
              <a:buNone/>
              <a:defRPr sz="4800"/>
            </a:lvl5pPr>
            <a:lvl6pPr lvl="5" rtl="0">
              <a:lnSpc>
                <a:spcPct val="100000"/>
              </a:lnSpc>
              <a:spcBef>
                <a:spcPts val="0"/>
              </a:spcBef>
              <a:spcAft>
                <a:spcPts val="0"/>
              </a:spcAft>
              <a:buSzPts val="4800"/>
              <a:buNone/>
              <a:defRPr sz="4800"/>
            </a:lvl6pPr>
            <a:lvl7pPr lvl="6" rtl="0">
              <a:lnSpc>
                <a:spcPct val="100000"/>
              </a:lnSpc>
              <a:spcBef>
                <a:spcPts val="0"/>
              </a:spcBef>
              <a:spcAft>
                <a:spcPts val="0"/>
              </a:spcAft>
              <a:buSzPts val="4800"/>
              <a:buNone/>
              <a:defRPr sz="4800"/>
            </a:lvl7pPr>
            <a:lvl8pPr lvl="7" rtl="0">
              <a:lnSpc>
                <a:spcPct val="100000"/>
              </a:lnSpc>
              <a:spcBef>
                <a:spcPts val="0"/>
              </a:spcBef>
              <a:spcAft>
                <a:spcPts val="0"/>
              </a:spcAft>
              <a:buSzPts val="4800"/>
              <a:buNone/>
              <a:defRPr sz="4800"/>
            </a:lvl8pPr>
            <a:lvl9pPr lvl="8" rtl="0">
              <a:lnSpc>
                <a:spcPct val="100000"/>
              </a:lnSpc>
              <a:spcBef>
                <a:spcPts val="0"/>
              </a:spcBef>
              <a:spcAft>
                <a:spcPts val="0"/>
              </a:spcAft>
              <a:buSzPts val="4800"/>
              <a:buNone/>
              <a:defRPr sz="4800"/>
            </a:lvl9pPr>
          </a:lstStyle>
          <a:p>
            <a:endParaRPr/>
          </a:p>
        </p:txBody>
      </p:sp>
      <p:sp>
        <p:nvSpPr>
          <p:cNvPr id="143" name="Google Shape;143;p11"/>
          <p:cNvSpPr/>
          <p:nvPr/>
        </p:nvSpPr>
        <p:spPr>
          <a:xfrm>
            <a:off x="5865073" y="3429550"/>
            <a:ext cx="1215342" cy="259665"/>
          </a:xfrm>
          <a:custGeom>
            <a:avLst/>
            <a:gdLst/>
            <a:ahLst/>
            <a:cxnLst/>
            <a:rect l="l" t="t" r="r" b="b"/>
            <a:pathLst>
              <a:path w="30813" h="8298" extrusionOk="0">
                <a:moveTo>
                  <a:pt x="0" y="1"/>
                </a:moveTo>
                <a:lnTo>
                  <a:pt x="0" y="8297"/>
                </a:lnTo>
                <a:lnTo>
                  <a:pt x="30813" y="8297"/>
                </a:lnTo>
                <a:lnTo>
                  <a:pt x="308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11"/>
          <p:cNvSpPr/>
          <p:nvPr/>
        </p:nvSpPr>
        <p:spPr>
          <a:xfrm>
            <a:off x="8018936" y="3429550"/>
            <a:ext cx="1124989" cy="259686"/>
          </a:xfrm>
          <a:custGeom>
            <a:avLst/>
            <a:gdLst/>
            <a:ahLst/>
            <a:cxnLst/>
            <a:rect l="l" t="t" r="r" b="b"/>
            <a:pathLst>
              <a:path w="35945" h="8298" extrusionOk="0">
                <a:moveTo>
                  <a:pt x="1" y="1"/>
                </a:moveTo>
                <a:lnTo>
                  <a:pt x="1" y="8297"/>
                </a:lnTo>
                <a:lnTo>
                  <a:pt x="35945" y="8297"/>
                </a:lnTo>
                <a:lnTo>
                  <a:pt x="3594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1"/>
          <p:cNvSpPr/>
          <p:nvPr/>
        </p:nvSpPr>
        <p:spPr>
          <a:xfrm>
            <a:off x="7083824" y="3429550"/>
            <a:ext cx="259727" cy="259665"/>
          </a:xfrm>
          <a:custGeom>
            <a:avLst/>
            <a:gdLst/>
            <a:ahLst/>
            <a:cxnLst/>
            <a:rect l="l" t="t" r="r" b="b"/>
            <a:pathLst>
              <a:path w="8298" h="8298" extrusionOk="0">
                <a:moveTo>
                  <a:pt x="0" y="1"/>
                </a:moveTo>
                <a:lnTo>
                  <a:pt x="0" y="8297"/>
                </a:lnTo>
                <a:lnTo>
                  <a:pt x="8297" y="8297"/>
                </a:lnTo>
                <a:lnTo>
                  <a:pt x="829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1"/>
          <p:cNvSpPr/>
          <p:nvPr/>
        </p:nvSpPr>
        <p:spPr>
          <a:xfrm>
            <a:off x="7496607" y="3429550"/>
            <a:ext cx="259707" cy="259686"/>
          </a:xfrm>
          <a:custGeom>
            <a:avLst/>
            <a:gdLst/>
            <a:ahLst/>
            <a:cxnLst/>
            <a:rect l="l" t="t" r="r" b="b"/>
            <a:pathLst>
              <a:path w="8298" h="8298" extrusionOk="0">
                <a:moveTo>
                  <a:pt x="1" y="1"/>
                </a:moveTo>
                <a:lnTo>
                  <a:pt x="1" y="8297"/>
                </a:lnTo>
                <a:lnTo>
                  <a:pt x="8297" y="8297"/>
                </a:lnTo>
                <a:lnTo>
                  <a:pt x="829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61"/>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191"/>
        <p:cNvGrpSpPr/>
        <p:nvPr/>
      </p:nvGrpSpPr>
      <p:grpSpPr>
        <a:xfrm>
          <a:off x="0" y="0"/>
          <a:ext cx="0" cy="0"/>
          <a:chOff x="0" y="0"/>
          <a:chExt cx="0" cy="0"/>
        </a:xfrm>
      </p:grpSpPr>
      <p:sp>
        <p:nvSpPr>
          <p:cNvPr id="192" name="Google Shape;192;p15"/>
          <p:cNvSpPr/>
          <p:nvPr/>
        </p:nvSpPr>
        <p:spPr>
          <a:xfrm>
            <a:off x="0" y="1584850"/>
            <a:ext cx="4361919" cy="241405"/>
          </a:xfrm>
          <a:custGeom>
            <a:avLst/>
            <a:gdLst/>
            <a:ahLst/>
            <a:cxnLst/>
            <a:rect l="l" t="t" r="r" b="b"/>
            <a:pathLst>
              <a:path w="146079" h="5859" extrusionOk="0">
                <a:moveTo>
                  <a:pt x="1" y="1"/>
                </a:moveTo>
                <a:lnTo>
                  <a:pt x="1" y="5858"/>
                </a:lnTo>
                <a:lnTo>
                  <a:pt x="146079" y="5858"/>
                </a:lnTo>
                <a:lnTo>
                  <a:pt x="14607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5"/>
          <p:cNvSpPr/>
          <p:nvPr/>
        </p:nvSpPr>
        <p:spPr>
          <a:xfrm>
            <a:off x="6076300" y="1584850"/>
            <a:ext cx="1243658" cy="241393"/>
          </a:xfrm>
          <a:custGeom>
            <a:avLst/>
            <a:gdLst/>
            <a:ahLst/>
            <a:cxnLst/>
            <a:rect l="l" t="t" r="r" b="b"/>
            <a:pathLst>
              <a:path w="19503" h="5847" extrusionOk="0">
                <a:moveTo>
                  <a:pt x="0" y="1"/>
                </a:moveTo>
                <a:lnTo>
                  <a:pt x="0" y="5847"/>
                </a:lnTo>
                <a:lnTo>
                  <a:pt x="19503" y="5847"/>
                </a:lnTo>
                <a:lnTo>
                  <a:pt x="1950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15"/>
          <p:cNvSpPr/>
          <p:nvPr/>
        </p:nvSpPr>
        <p:spPr>
          <a:xfrm>
            <a:off x="2172024" y="3002644"/>
            <a:ext cx="1243656" cy="240911"/>
          </a:xfrm>
          <a:custGeom>
            <a:avLst/>
            <a:gdLst/>
            <a:ahLst/>
            <a:cxnLst/>
            <a:rect l="l" t="t" r="r" b="b"/>
            <a:pathLst>
              <a:path w="30184" h="5847" extrusionOk="0">
                <a:moveTo>
                  <a:pt x="1" y="0"/>
                </a:moveTo>
                <a:lnTo>
                  <a:pt x="1" y="5846"/>
                </a:lnTo>
                <a:lnTo>
                  <a:pt x="30183" y="5846"/>
                </a:lnTo>
                <a:lnTo>
                  <a:pt x="3018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15"/>
          <p:cNvSpPr/>
          <p:nvPr/>
        </p:nvSpPr>
        <p:spPr>
          <a:xfrm>
            <a:off x="4667250" y="3002650"/>
            <a:ext cx="4476882" cy="240896"/>
          </a:xfrm>
          <a:custGeom>
            <a:avLst/>
            <a:gdLst/>
            <a:ahLst/>
            <a:cxnLst/>
            <a:rect l="l" t="t" r="r" b="b"/>
            <a:pathLst>
              <a:path w="106491" h="5847" extrusionOk="0">
                <a:moveTo>
                  <a:pt x="1" y="0"/>
                </a:moveTo>
                <a:lnTo>
                  <a:pt x="1" y="5846"/>
                </a:lnTo>
                <a:lnTo>
                  <a:pt x="106490" y="5846"/>
                </a:lnTo>
                <a:lnTo>
                  <a:pt x="10649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5"/>
          <p:cNvSpPr/>
          <p:nvPr/>
        </p:nvSpPr>
        <p:spPr>
          <a:xfrm>
            <a:off x="4552950" y="1584850"/>
            <a:ext cx="1342466" cy="241405"/>
          </a:xfrm>
          <a:custGeom>
            <a:avLst/>
            <a:gdLst/>
            <a:ahLst/>
            <a:cxnLst/>
            <a:rect l="l" t="t" r="r" b="b"/>
            <a:pathLst>
              <a:path w="146079" h="5859" extrusionOk="0">
                <a:moveTo>
                  <a:pt x="1" y="1"/>
                </a:moveTo>
                <a:lnTo>
                  <a:pt x="1" y="5858"/>
                </a:lnTo>
                <a:lnTo>
                  <a:pt x="146079" y="5858"/>
                </a:lnTo>
                <a:lnTo>
                  <a:pt x="14607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5"/>
          <p:cNvSpPr txBox="1">
            <a:spLocks noGrp="1"/>
          </p:cNvSpPr>
          <p:nvPr>
            <p:ph type="ctrTitle"/>
          </p:nvPr>
        </p:nvSpPr>
        <p:spPr>
          <a:xfrm flipH="1">
            <a:off x="2189800" y="1848349"/>
            <a:ext cx="2163900" cy="240900"/>
          </a:xfrm>
          <a:prstGeom prst="rect">
            <a:avLst/>
          </a:prstGeom>
        </p:spPr>
        <p:txBody>
          <a:bodyPr spcFirstLastPara="1" wrap="square" lIns="91425" tIns="0" rIns="91425" bIns="0" anchor="b" anchorCtr="0">
            <a:noAutofit/>
          </a:bodyPr>
          <a:lstStyle>
            <a:lvl1pPr lvl="0" rtl="0">
              <a:spcBef>
                <a:spcPts val="0"/>
              </a:spcBef>
              <a:spcAft>
                <a:spcPts val="0"/>
              </a:spcAft>
              <a:buSzPts val="3500"/>
              <a:buNone/>
              <a:defRPr sz="3500"/>
            </a:lvl1pPr>
            <a:lvl2pPr lvl="1" algn="ctr" rtl="0">
              <a:spcBef>
                <a:spcPts val="0"/>
              </a:spcBef>
              <a:spcAft>
                <a:spcPts val="0"/>
              </a:spcAft>
              <a:buClr>
                <a:srgbClr val="434343"/>
              </a:buClr>
              <a:buSzPts val="3500"/>
              <a:buNone/>
              <a:defRPr sz="3500" b="1">
                <a:solidFill>
                  <a:srgbClr val="434343"/>
                </a:solidFill>
              </a:defRPr>
            </a:lvl2pPr>
            <a:lvl3pPr lvl="2" algn="ctr" rtl="0">
              <a:spcBef>
                <a:spcPts val="0"/>
              </a:spcBef>
              <a:spcAft>
                <a:spcPts val="0"/>
              </a:spcAft>
              <a:buClr>
                <a:srgbClr val="434343"/>
              </a:buClr>
              <a:buSzPts val="3500"/>
              <a:buNone/>
              <a:defRPr sz="3500" b="1">
                <a:solidFill>
                  <a:srgbClr val="434343"/>
                </a:solidFill>
              </a:defRPr>
            </a:lvl3pPr>
            <a:lvl4pPr lvl="3" algn="ctr" rtl="0">
              <a:spcBef>
                <a:spcPts val="0"/>
              </a:spcBef>
              <a:spcAft>
                <a:spcPts val="0"/>
              </a:spcAft>
              <a:buClr>
                <a:srgbClr val="434343"/>
              </a:buClr>
              <a:buSzPts val="3500"/>
              <a:buNone/>
              <a:defRPr sz="3500" b="1">
                <a:solidFill>
                  <a:srgbClr val="434343"/>
                </a:solidFill>
              </a:defRPr>
            </a:lvl4pPr>
            <a:lvl5pPr lvl="4" algn="ctr" rtl="0">
              <a:spcBef>
                <a:spcPts val="0"/>
              </a:spcBef>
              <a:spcAft>
                <a:spcPts val="0"/>
              </a:spcAft>
              <a:buClr>
                <a:srgbClr val="434343"/>
              </a:buClr>
              <a:buSzPts val="3500"/>
              <a:buNone/>
              <a:defRPr sz="3500" b="1">
                <a:solidFill>
                  <a:srgbClr val="434343"/>
                </a:solidFill>
              </a:defRPr>
            </a:lvl5pPr>
            <a:lvl6pPr lvl="5" algn="ctr" rtl="0">
              <a:spcBef>
                <a:spcPts val="0"/>
              </a:spcBef>
              <a:spcAft>
                <a:spcPts val="0"/>
              </a:spcAft>
              <a:buClr>
                <a:srgbClr val="434343"/>
              </a:buClr>
              <a:buSzPts val="3500"/>
              <a:buNone/>
              <a:defRPr sz="3500" b="1">
                <a:solidFill>
                  <a:srgbClr val="434343"/>
                </a:solidFill>
              </a:defRPr>
            </a:lvl6pPr>
            <a:lvl7pPr lvl="6" algn="ctr" rtl="0">
              <a:spcBef>
                <a:spcPts val="0"/>
              </a:spcBef>
              <a:spcAft>
                <a:spcPts val="0"/>
              </a:spcAft>
              <a:buClr>
                <a:srgbClr val="434343"/>
              </a:buClr>
              <a:buSzPts val="3500"/>
              <a:buNone/>
              <a:defRPr sz="3500" b="1">
                <a:solidFill>
                  <a:srgbClr val="434343"/>
                </a:solidFill>
              </a:defRPr>
            </a:lvl7pPr>
            <a:lvl8pPr lvl="7" algn="ctr" rtl="0">
              <a:spcBef>
                <a:spcPts val="0"/>
              </a:spcBef>
              <a:spcAft>
                <a:spcPts val="0"/>
              </a:spcAft>
              <a:buClr>
                <a:srgbClr val="434343"/>
              </a:buClr>
              <a:buSzPts val="3500"/>
              <a:buNone/>
              <a:defRPr sz="3500" b="1">
                <a:solidFill>
                  <a:srgbClr val="434343"/>
                </a:solidFill>
              </a:defRPr>
            </a:lvl8pPr>
            <a:lvl9pPr lvl="8" algn="ctr" rtl="0">
              <a:spcBef>
                <a:spcPts val="0"/>
              </a:spcBef>
              <a:spcAft>
                <a:spcPts val="0"/>
              </a:spcAft>
              <a:buClr>
                <a:srgbClr val="434343"/>
              </a:buClr>
              <a:buSzPts val="3500"/>
              <a:buNone/>
              <a:defRPr sz="3500" b="1">
                <a:solidFill>
                  <a:srgbClr val="434343"/>
                </a:solidFill>
              </a:defRPr>
            </a:lvl9pPr>
          </a:lstStyle>
          <a:p>
            <a:endParaRPr/>
          </a:p>
        </p:txBody>
      </p:sp>
      <p:sp>
        <p:nvSpPr>
          <p:cNvPr id="198" name="Google Shape;198;p15"/>
          <p:cNvSpPr txBox="1">
            <a:spLocks noGrp="1"/>
          </p:cNvSpPr>
          <p:nvPr>
            <p:ph type="subTitle" idx="1"/>
          </p:nvPr>
        </p:nvSpPr>
        <p:spPr>
          <a:xfrm flipH="1">
            <a:off x="2189801" y="2162325"/>
            <a:ext cx="2163900" cy="426600"/>
          </a:xfrm>
          <a:prstGeom prst="rect">
            <a:avLst/>
          </a:prstGeom>
        </p:spPr>
        <p:txBody>
          <a:bodyPr spcFirstLastPara="1" wrap="square" lIns="91425" tIns="0" rIns="91425" bIns="0" anchor="t" anchorCtr="0">
            <a:noAutofit/>
          </a:bodyPr>
          <a:lstStyle>
            <a:lvl1pPr lvl="0"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1pPr>
            <a:lvl2pPr lvl="1" algn="ct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2pPr>
            <a:lvl3pPr lvl="2" algn="ct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3pPr>
            <a:lvl4pPr lvl="3" algn="ct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4pPr>
            <a:lvl5pPr lvl="4" algn="ct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5pPr>
            <a:lvl6pPr lvl="5" algn="ct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6pPr>
            <a:lvl7pPr lvl="6" algn="ct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7pPr>
            <a:lvl8pPr lvl="7" algn="ct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8pPr>
            <a:lvl9pPr lvl="8" algn="ct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9pPr>
          </a:lstStyle>
          <a:p>
            <a:endParaRPr/>
          </a:p>
        </p:txBody>
      </p:sp>
      <p:sp>
        <p:nvSpPr>
          <p:cNvPr id="199" name="Google Shape;199;p15"/>
          <p:cNvSpPr txBox="1">
            <a:spLocks noGrp="1"/>
          </p:cNvSpPr>
          <p:nvPr>
            <p:ph type="ctrTitle" idx="2"/>
          </p:nvPr>
        </p:nvSpPr>
        <p:spPr>
          <a:xfrm flipH="1">
            <a:off x="4811675" y="1848401"/>
            <a:ext cx="2163900" cy="240900"/>
          </a:xfrm>
          <a:prstGeom prst="rect">
            <a:avLst/>
          </a:prstGeom>
        </p:spPr>
        <p:txBody>
          <a:bodyPr spcFirstLastPara="1" wrap="square" lIns="91425" tIns="0" rIns="91425" bIns="0" anchor="b" anchorCtr="0">
            <a:noAutofit/>
          </a:bodyPr>
          <a:lstStyle>
            <a:lvl1pPr lvl="0" algn="r" rtl="0">
              <a:spcBef>
                <a:spcPts val="0"/>
              </a:spcBef>
              <a:spcAft>
                <a:spcPts val="0"/>
              </a:spcAft>
              <a:buSzPts val="3500"/>
              <a:buNone/>
              <a:defRPr sz="3500"/>
            </a:lvl1pPr>
            <a:lvl2pPr lvl="1" algn="r" rtl="0">
              <a:spcBef>
                <a:spcPts val="0"/>
              </a:spcBef>
              <a:spcAft>
                <a:spcPts val="0"/>
              </a:spcAft>
              <a:buClr>
                <a:srgbClr val="434343"/>
              </a:buClr>
              <a:buSzPts val="3500"/>
              <a:buNone/>
              <a:defRPr sz="3500" b="1">
                <a:solidFill>
                  <a:srgbClr val="434343"/>
                </a:solidFill>
              </a:defRPr>
            </a:lvl2pPr>
            <a:lvl3pPr lvl="2" algn="r" rtl="0">
              <a:spcBef>
                <a:spcPts val="0"/>
              </a:spcBef>
              <a:spcAft>
                <a:spcPts val="0"/>
              </a:spcAft>
              <a:buClr>
                <a:srgbClr val="434343"/>
              </a:buClr>
              <a:buSzPts val="3500"/>
              <a:buNone/>
              <a:defRPr sz="3500" b="1">
                <a:solidFill>
                  <a:srgbClr val="434343"/>
                </a:solidFill>
              </a:defRPr>
            </a:lvl3pPr>
            <a:lvl4pPr lvl="3" algn="r" rtl="0">
              <a:spcBef>
                <a:spcPts val="0"/>
              </a:spcBef>
              <a:spcAft>
                <a:spcPts val="0"/>
              </a:spcAft>
              <a:buClr>
                <a:srgbClr val="434343"/>
              </a:buClr>
              <a:buSzPts val="3500"/>
              <a:buNone/>
              <a:defRPr sz="3500" b="1">
                <a:solidFill>
                  <a:srgbClr val="434343"/>
                </a:solidFill>
              </a:defRPr>
            </a:lvl4pPr>
            <a:lvl5pPr lvl="4" algn="r" rtl="0">
              <a:spcBef>
                <a:spcPts val="0"/>
              </a:spcBef>
              <a:spcAft>
                <a:spcPts val="0"/>
              </a:spcAft>
              <a:buClr>
                <a:srgbClr val="434343"/>
              </a:buClr>
              <a:buSzPts val="3500"/>
              <a:buNone/>
              <a:defRPr sz="3500" b="1">
                <a:solidFill>
                  <a:srgbClr val="434343"/>
                </a:solidFill>
              </a:defRPr>
            </a:lvl5pPr>
            <a:lvl6pPr lvl="5" algn="r" rtl="0">
              <a:spcBef>
                <a:spcPts val="0"/>
              </a:spcBef>
              <a:spcAft>
                <a:spcPts val="0"/>
              </a:spcAft>
              <a:buClr>
                <a:srgbClr val="434343"/>
              </a:buClr>
              <a:buSzPts val="3500"/>
              <a:buNone/>
              <a:defRPr sz="3500" b="1">
                <a:solidFill>
                  <a:srgbClr val="434343"/>
                </a:solidFill>
              </a:defRPr>
            </a:lvl6pPr>
            <a:lvl7pPr lvl="6" algn="r" rtl="0">
              <a:spcBef>
                <a:spcPts val="0"/>
              </a:spcBef>
              <a:spcAft>
                <a:spcPts val="0"/>
              </a:spcAft>
              <a:buClr>
                <a:srgbClr val="434343"/>
              </a:buClr>
              <a:buSzPts val="3500"/>
              <a:buNone/>
              <a:defRPr sz="3500" b="1">
                <a:solidFill>
                  <a:srgbClr val="434343"/>
                </a:solidFill>
              </a:defRPr>
            </a:lvl7pPr>
            <a:lvl8pPr lvl="7" algn="r" rtl="0">
              <a:spcBef>
                <a:spcPts val="0"/>
              </a:spcBef>
              <a:spcAft>
                <a:spcPts val="0"/>
              </a:spcAft>
              <a:buClr>
                <a:srgbClr val="434343"/>
              </a:buClr>
              <a:buSzPts val="3500"/>
              <a:buNone/>
              <a:defRPr sz="3500" b="1">
                <a:solidFill>
                  <a:srgbClr val="434343"/>
                </a:solidFill>
              </a:defRPr>
            </a:lvl8pPr>
            <a:lvl9pPr lvl="8" algn="r" rtl="0">
              <a:spcBef>
                <a:spcPts val="0"/>
              </a:spcBef>
              <a:spcAft>
                <a:spcPts val="0"/>
              </a:spcAft>
              <a:buClr>
                <a:srgbClr val="434343"/>
              </a:buClr>
              <a:buSzPts val="3500"/>
              <a:buNone/>
              <a:defRPr sz="3500" b="1">
                <a:solidFill>
                  <a:srgbClr val="434343"/>
                </a:solidFill>
              </a:defRPr>
            </a:lvl9pPr>
          </a:lstStyle>
          <a:p>
            <a:endParaRPr/>
          </a:p>
        </p:txBody>
      </p:sp>
      <p:sp>
        <p:nvSpPr>
          <p:cNvPr id="200" name="Google Shape;200;p15"/>
          <p:cNvSpPr txBox="1">
            <a:spLocks noGrp="1"/>
          </p:cNvSpPr>
          <p:nvPr>
            <p:ph type="subTitle" idx="3"/>
          </p:nvPr>
        </p:nvSpPr>
        <p:spPr>
          <a:xfrm flipH="1">
            <a:off x="4811675" y="2163531"/>
            <a:ext cx="2163900" cy="426600"/>
          </a:xfrm>
          <a:prstGeom prst="rect">
            <a:avLst/>
          </a:prstGeom>
        </p:spPr>
        <p:txBody>
          <a:bodyPr spcFirstLastPara="1" wrap="square" lIns="91425" tIns="0" rIns="91425" bIns="0" anchor="t" anchorCtr="0">
            <a:noAutofit/>
          </a:bodyPr>
          <a:lstStyle>
            <a:lvl1pPr lvl="0" algn="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1pPr>
            <a:lvl2pPr lvl="1" algn="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2pPr>
            <a:lvl3pPr lvl="2" algn="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3pPr>
            <a:lvl4pPr lvl="3" algn="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4pPr>
            <a:lvl5pPr lvl="4" algn="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5pPr>
            <a:lvl6pPr lvl="5" algn="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6pPr>
            <a:lvl7pPr lvl="6" algn="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7pPr>
            <a:lvl8pPr lvl="7" algn="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8pPr>
            <a:lvl9pPr lvl="8" algn="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9pPr>
          </a:lstStyle>
          <a:p>
            <a:endParaRPr/>
          </a:p>
        </p:txBody>
      </p:sp>
      <p:sp>
        <p:nvSpPr>
          <p:cNvPr id="201" name="Google Shape;201;p15"/>
          <p:cNvSpPr txBox="1">
            <a:spLocks noGrp="1"/>
          </p:cNvSpPr>
          <p:nvPr>
            <p:ph type="ctrTitle" idx="4"/>
          </p:nvPr>
        </p:nvSpPr>
        <p:spPr>
          <a:xfrm flipH="1">
            <a:off x="2189796" y="3103412"/>
            <a:ext cx="2163900" cy="577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200"/>
            </a:lvl1pPr>
            <a:lvl2pPr lvl="1" algn="ctr" rtl="0">
              <a:spcBef>
                <a:spcPts val="0"/>
              </a:spcBef>
              <a:spcAft>
                <a:spcPts val="0"/>
              </a:spcAft>
              <a:buClr>
                <a:srgbClr val="434343"/>
              </a:buClr>
              <a:buSzPts val="1800"/>
              <a:buNone/>
              <a:defRPr sz="1800">
                <a:solidFill>
                  <a:srgbClr val="434343"/>
                </a:solidFill>
              </a:defRPr>
            </a:lvl2pPr>
            <a:lvl3pPr lvl="2" algn="ctr" rtl="0">
              <a:spcBef>
                <a:spcPts val="0"/>
              </a:spcBef>
              <a:spcAft>
                <a:spcPts val="0"/>
              </a:spcAft>
              <a:buClr>
                <a:srgbClr val="434343"/>
              </a:buClr>
              <a:buSzPts val="1800"/>
              <a:buNone/>
              <a:defRPr sz="1800">
                <a:solidFill>
                  <a:srgbClr val="434343"/>
                </a:solidFill>
              </a:defRPr>
            </a:lvl3pPr>
            <a:lvl4pPr lvl="3" algn="ctr" rtl="0">
              <a:spcBef>
                <a:spcPts val="0"/>
              </a:spcBef>
              <a:spcAft>
                <a:spcPts val="0"/>
              </a:spcAft>
              <a:buClr>
                <a:srgbClr val="434343"/>
              </a:buClr>
              <a:buSzPts val="1800"/>
              <a:buNone/>
              <a:defRPr sz="1800">
                <a:solidFill>
                  <a:srgbClr val="434343"/>
                </a:solidFill>
              </a:defRPr>
            </a:lvl4pPr>
            <a:lvl5pPr lvl="4" algn="ctr" rtl="0">
              <a:spcBef>
                <a:spcPts val="0"/>
              </a:spcBef>
              <a:spcAft>
                <a:spcPts val="0"/>
              </a:spcAft>
              <a:buClr>
                <a:srgbClr val="434343"/>
              </a:buClr>
              <a:buSzPts val="1800"/>
              <a:buNone/>
              <a:defRPr sz="1800">
                <a:solidFill>
                  <a:srgbClr val="434343"/>
                </a:solidFill>
              </a:defRPr>
            </a:lvl5pPr>
            <a:lvl6pPr lvl="5" algn="ctr" rtl="0">
              <a:spcBef>
                <a:spcPts val="0"/>
              </a:spcBef>
              <a:spcAft>
                <a:spcPts val="0"/>
              </a:spcAft>
              <a:buClr>
                <a:srgbClr val="434343"/>
              </a:buClr>
              <a:buSzPts val="1800"/>
              <a:buNone/>
              <a:defRPr sz="1800">
                <a:solidFill>
                  <a:srgbClr val="434343"/>
                </a:solidFill>
              </a:defRPr>
            </a:lvl6pPr>
            <a:lvl7pPr lvl="6" algn="ctr" rtl="0">
              <a:spcBef>
                <a:spcPts val="0"/>
              </a:spcBef>
              <a:spcAft>
                <a:spcPts val="0"/>
              </a:spcAft>
              <a:buClr>
                <a:srgbClr val="434343"/>
              </a:buClr>
              <a:buSzPts val="1800"/>
              <a:buNone/>
              <a:defRPr sz="1800">
                <a:solidFill>
                  <a:srgbClr val="434343"/>
                </a:solidFill>
              </a:defRPr>
            </a:lvl7pPr>
            <a:lvl8pPr lvl="7" algn="ctr" rtl="0">
              <a:spcBef>
                <a:spcPts val="0"/>
              </a:spcBef>
              <a:spcAft>
                <a:spcPts val="0"/>
              </a:spcAft>
              <a:buClr>
                <a:srgbClr val="434343"/>
              </a:buClr>
              <a:buSzPts val="1800"/>
              <a:buNone/>
              <a:defRPr sz="1800">
                <a:solidFill>
                  <a:srgbClr val="434343"/>
                </a:solidFill>
              </a:defRPr>
            </a:lvl8pPr>
            <a:lvl9pPr lvl="8" algn="ctr" rtl="0">
              <a:spcBef>
                <a:spcPts val="0"/>
              </a:spcBef>
              <a:spcAft>
                <a:spcPts val="0"/>
              </a:spcAft>
              <a:buClr>
                <a:srgbClr val="434343"/>
              </a:buClr>
              <a:buSzPts val="1800"/>
              <a:buNone/>
              <a:defRPr sz="1800">
                <a:solidFill>
                  <a:srgbClr val="434343"/>
                </a:solidFill>
              </a:defRPr>
            </a:lvl9pPr>
          </a:lstStyle>
          <a:p>
            <a:endParaRPr/>
          </a:p>
        </p:txBody>
      </p:sp>
      <p:sp>
        <p:nvSpPr>
          <p:cNvPr id="202" name="Google Shape;202;p15"/>
          <p:cNvSpPr txBox="1">
            <a:spLocks noGrp="1"/>
          </p:cNvSpPr>
          <p:nvPr>
            <p:ph type="title" idx="5"/>
          </p:nvPr>
        </p:nvSpPr>
        <p:spPr>
          <a:xfrm>
            <a:off x="1278000" y="342000"/>
            <a:ext cx="6588000" cy="669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3000">
                <a:solidFill>
                  <a:schemeClr val="dk2"/>
                </a:solidFill>
              </a:defRPr>
            </a:lvl1pPr>
            <a:lvl2pPr lvl="1" algn="ctr" rtl="0">
              <a:spcBef>
                <a:spcPts val="0"/>
              </a:spcBef>
              <a:spcAft>
                <a:spcPts val="0"/>
              </a:spcAft>
              <a:buNone/>
              <a:defRPr sz="3000">
                <a:solidFill>
                  <a:schemeClr val="dk2"/>
                </a:solidFill>
              </a:defRPr>
            </a:lvl2pPr>
            <a:lvl3pPr lvl="2" algn="ctr" rtl="0">
              <a:spcBef>
                <a:spcPts val="0"/>
              </a:spcBef>
              <a:spcAft>
                <a:spcPts val="0"/>
              </a:spcAft>
              <a:buNone/>
              <a:defRPr sz="3000">
                <a:solidFill>
                  <a:schemeClr val="dk2"/>
                </a:solidFill>
              </a:defRPr>
            </a:lvl3pPr>
            <a:lvl4pPr lvl="3" algn="ctr" rtl="0">
              <a:spcBef>
                <a:spcPts val="0"/>
              </a:spcBef>
              <a:spcAft>
                <a:spcPts val="0"/>
              </a:spcAft>
              <a:buNone/>
              <a:defRPr sz="3000">
                <a:solidFill>
                  <a:schemeClr val="dk2"/>
                </a:solidFill>
              </a:defRPr>
            </a:lvl4pPr>
            <a:lvl5pPr lvl="4" algn="ctr" rtl="0">
              <a:spcBef>
                <a:spcPts val="0"/>
              </a:spcBef>
              <a:spcAft>
                <a:spcPts val="0"/>
              </a:spcAft>
              <a:buNone/>
              <a:defRPr sz="3000">
                <a:solidFill>
                  <a:schemeClr val="dk2"/>
                </a:solidFill>
              </a:defRPr>
            </a:lvl5pPr>
            <a:lvl6pPr lvl="5" algn="ctr" rtl="0">
              <a:spcBef>
                <a:spcPts val="0"/>
              </a:spcBef>
              <a:spcAft>
                <a:spcPts val="0"/>
              </a:spcAft>
              <a:buNone/>
              <a:defRPr sz="3000">
                <a:solidFill>
                  <a:schemeClr val="dk2"/>
                </a:solidFill>
              </a:defRPr>
            </a:lvl6pPr>
            <a:lvl7pPr lvl="6" algn="ctr" rtl="0">
              <a:spcBef>
                <a:spcPts val="0"/>
              </a:spcBef>
              <a:spcAft>
                <a:spcPts val="0"/>
              </a:spcAft>
              <a:buNone/>
              <a:defRPr sz="3000">
                <a:solidFill>
                  <a:schemeClr val="dk2"/>
                </a:solidFill>
              </a:defRPr>
            </a:lvl7pPr>
            <a:lvl8pPr lvl="7" algn="ctr" rtl="0">
              <a:spcBef>
                <a:spcPts val="0"/>
              </a:spcBef>
              <a:spcAft>
                <a:spcPts val="0"/>
              </a:spcAft>
              <a:buNone/>
              <a:defRPr sz="3000">
                <a:solidFill>
                  <a:schemeClr val="dk2"/>
                </a:solidFill>
              </a:defRPr>
            </a:lvl8pPr>
            <a:lvl9pPr lvl="8" algn="ctr" rtl="0">
              <a:spcBef>
                <a:spcPts val="0"/>
              </a:spcBef>
              <a:spcAft>
                <a:spcPts val="0"/>
              </a:spcAft>
              <a:buNone/>
              <a:defRPr sz="3000">
                <a:solidFill>
                  <a:schemeClr val="dk2"/>
                </a:solidFill>
              </a:defRPr>
            </a:lvl9pPr>
          </a:lstStyle>
          <a:p>
            <a:endParaRPr/>
          </a:p>
        </p:txBody>
      </p:sp>
      <p:sp>
        <p:nvSpPr>
          <p:cNvPr id="203" name="Google Shape;203;p15"/>
          <p:cNvSpPr txBox="1">
            <a:spLocks noGrp="1"/>
          </p:cNvSpPr>
          <p:nvPr>
            <p:ph type="ctrTitle" idx="6"/>
          </p:nvPr>
        </p:nvSpPr>
        <p:spPr>
          <a:xfrm flipH="1">
            <a:off x="2189800" y="3258286"/>
            <a:ext cx="2163900" cy="240900"/>
          </a:xfrm>
          <a:prstGeom prst="rect">
            <a:avLst/>
          </a:prstGeom>
        </p:spPr>
        <p:txBody>
          <a:bodyPr spcFirstLastPara="1" wrap="square" lIns="91425" tIns="0" rIns="91425" bIns="0" anchor="b" anchorCtr="0">
            <a:noAutofit/>
          </a:bodyPr>
          <a:lstStyle>
            <a:lvl1pPr lvl="0" rtl="0">
              <a:spcBef>
                <a:spcPts val="0"/>
              </a:spcBef>
              <a:spcAft>
                <a:spcPts val="0"/>
              </a:spcAft>
              <a:buSzPts val="3500"/>
              <a:buNone/>
              <a:defRPr sz="3500"/>
            </a:lvl1pPr>
            <a:lvl2pPr lvl="1" algn="ctr" rtl="0">
              <a:spcBef>
                <a:spcPts val="0"/>
              </a:spcBef>
              <a:spcAft>
                <a:spcPts val="0"/>
              </a:spcAft>
              <a:buClr>
                <a:srgbClr val="434343"/>
              </a:buClr>
              <a:buSzPts val="3500"/>
              <a:buNone/>
              <a:defRPr sz="3500" b="1">
                <a:solidFill>
                  <a:srgbClr val="434343"/>
                </a:solidFill>
              </a:defRPr>
            </a:lvl2pPr>
            <a:lvl3pPr lvl="2" algn="ctr" rtl="0">
              <a:spcBef>
                <a:spcPts val="0"/>
              </a:spcBef>
              <a:spcAft>
                <a:spcPts val="0"/>
              </a:spcAft>
              <a:buClr>
                <a:srgbClr val="434343"/>
              </a:buClr>
              <a:buSzPts val="3500"/>
              <a:buNone/>
              <a:defRPr sz="3500" b="1">
                <a:solidFill>
                  <a:srgbClr val="434343"/>
                </a:solidFill>
              </a:defRPr>
            </a:lvl3pPr>
            <a:lvl4pPr lvl="3" algn="ctr" rtl="0">
              <a:spcBef>
                <a:spcPts val="0"/>
              </a:spcBef>
              <a:spcAft>
                <a:spcPts val="0"/>
              </a:spcAft>
              <a:buClr>
                <a:srgbClr val="434343"/>
              </a:buClr>
              <a:buSzPts val="3500"/>
              <a:buNone/>
              <a:defRPr sz="3500" b="1">
                <a:solidFill>
                  <a:srgbClr val="434343"/>
                </a:solidFill>
              </a:defRPr>
            </a:lvl4pPr>
            <a:lvl5pPr lvl="4" algn="ctr" rtl="0">
              <a:spcBef>
                <a:spcPts val="0"/>
              </a:spcBef>
              <a:spcAft>
                <a:spcPts val="0"/>
              </a:spcAft>
              <a:buClr>
                <a:srgbClr val="434343"/>
              </a:buClr>
              <a:buSzPts val="3500"/>
              <a:buNone/>
              <a:defRPr sz="3500" b="1">
                <a:solidFill>
                  <a:srgbClr val="434343"/>
                </a:solidFill>
              </a:defRPr>
            </a:lvl5pPr>
            <a:lvl6pPr lvl="5" algn="ctr" rtl="0">
              <a:spcBef>
                <a:spcPts val="0"/>
              </a:spcBef>
              <a:spcAft>
                <a:spcPts val="0"/>
              </a:spcAft>
              <a:buClr>
                <a:srgbClr val="434343"/>
              </a:buClr>
              <a:buSzPts val="3500"/>
              <a:buNone/>
              <a:defRPr sz="3500" b="1">
                <a:solidFill>
                  <a:srgbClr val="434343"/>
                </a:solidFill>
              </a:defRPr>
            </a:lvl6pPr>
            <a:lvl7pPr lvl="6" algn="ctr" rtl="0">
              <a:spcBef>
                <a:spcPts val="0"/>
              </a:spcBef>
              <a:spcAft>
                <a:spcPts val="0"/>
              </a:spcAft>
              <a:buClr>
                <a:srgbClr val="434343"/>
              </a:buClr>
              <a:buSzPts val="3500"/>
              <a:buNone/>
              <a:defRPr sz="3500" b="1">
                <a:solidFill>
                  <a:srgbClr val="434343"/>
                </a:solidFill>
              </a:defRPr>
            </a:lvl7pPr>
            <a:lvl8pPr lvl="7" algn="ctr" rtl="0">
              <a:spcBef>
                <a:spcPts val="0"/>
              </a:spcBef>
              <a:spcAft>
                <a:spcPts val="0"/>
              </a:spcAft>
              <a:buClr>
                <a:srgbClr val="434343"/>
              </a:buClr>
              <a:buSzPts val="3500"/>
              <a:buNone/>
              <a:defRPr sz="3500" b="1">
                <a:solidFill>
                  <a:srgbClr val="434343"/>
                </a:solidFill>
              </a:defRPr>
            </a:lvl8pPr>
            <a:lvl9pPr lvl="8" algn="ctr" rtl="0">
              <a:spcBef>
                <a:spcPts val="0"/>
              </a:spcBef>
              <a:spcAft>
                <a:spcPts val="0"/>
              </a:spcAft>
              <a:buClr>
                <a:srgbClr val="434343"/>
              </a:buClr>
              <a:buSzPts val="3500"/>
              <a:buNone/>
              <a:defRPr sz="3500" b="1">
                <a:solidFill>
                  <a:srgbClr val="434343"/>
                </a:solidFill>
              </a:defRPr>
            </a:lvl9pPr>
          </a:lstStyle>
          <a:p>
            <a:endParaRPr/>
          </a:p>
        </p:txBody>
      </p:sp>
      <p:sp>
        <p:nvSpPr>
          <p:cNvPr id="204" name="Google Shape;204;p15"/>
          <p:cNvSpPr txBox="1">
            <a:spLocks noGrp="1"/>
          </p:cNvSpPr>
          <p:nvPr>
            <p:ph type="subTitle" idx="7"/>
          </p:nvPr>
        </p:nvSpPr>
        <p:spPr>
          <a:xfrm flipH="1">
            <a:off x="2189801" y="3572262"/>
            <a:ext cx="2163900" cy="426600"/>
          </a:xfrm>
          <a:prstGeom prst="rect">
            <a:avLst/>
          </a:prstGeom>
        </p:spPr>
        <p:txBody>
          <a:bodyPr spcFirstLastPara="1" wrap="square" lIns="91425" tIns="0" rIns="91425" bIns="0" anchor="t" anchorCtr="0">
            <a:noAutofit/>
          </a:bodyPr>
          <a:lstStyle>
            <a:lvl1pPr lvl="0"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1pPr>
            <a:lvl2pPr lvl="1" algn="ct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2pPr>
            <a:lvl3pPr lvl="2" algn="ct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3pPr>
            <a:lvl4pPr lvl="3" algn="ct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4pPr>
            <a:lvl5pPr lvl="4" algn="ct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5pPr>
            <a:lvl6pPr lvl="5" algn="ct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6pPr>
            <a:lvl7pPr lvl="6" algn="ct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7pPr>
            <a:lvl8pPr lvl="7" algn="ct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8pPr>
            <a:lvl9pPr lvl="8" algn="ct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9pPr>
          </a:lstStyle>
          <a:p>
            <a:endParaRPr/>
          </a:p>
        </p:txBody>
      </p:sp>
      <p:sp>
        <p:nvSpPr>
          <p:cNvPr id="205" name="Google Shape;205;p15"/>
          <p:cNvSpPr txBox="1">
            <a:spLocks noGrp="1"/>
          </p:cNvSpPr>
          <p:nvPr>
            <p:ph type="ctrTitle" idx="8"/>
          </p:nvPr>
        </p:nvSpPr>
        <p:spPr>
          <a:xfrm flipH="1">
            <a:off x="4811675" y="3258338"/>
            <a:ext cx="2163900" cy="240900"/>
          </a:xfrm>
          <a:prstGeom prst="rect">
            <a:avLst/>
          </a:prstGeom>
        </p:spPr>
        <p:txBody>
          <a:bodyPr spcFirstLastPara="1" wrap="square" lIns="91425" tIns="0" rIns="91425" bIns="0" anchor="b" anchorCtr="0">
            <a:noAutofit/>
          </a:bodyPr>
          <a:lstStyle>
            <a:lvl1pPr lvl="0" algn="r" rtl="0">
              <a:spcBef>
                <a:spcPts val="0"/>
              </a:spcBef>
              <a:spcAft>
                <a:spcPts val="0"/>
              </a:spcAft>
              <a:buSzPts val="3500"/>
              <a:buNone/>
              <a:defRPr sz="3500"/>
            </a:lvl1pPr>
            <a:lvl2pPr lvl="1" algn="r" rtl="0">
              <a:spcBef>
                <a:spcPts val="0"/>
              </a:spcBef>
              <a:spcAft>
                <a:spcPts val="0"/>
              </a:spcAft>
              <a:buClr>
                <a:srgbClr val="434343"/>
              </a:buClr>
              <a:buSzPts val="3500"/>
              <a:buNone/>
              <a:defRPr sz="3500" b="1">
                <a:solidFill>
                  <a:srgbClr val="434343"/>
                </a:solidFill>
              </a:defRPr>
            </a:lvl2pPr>
            <a:lvl3pPr lvl="2" algn="r" rtl="0">
              <a:spcBef>
                <a:spcPts val="0"/>
              </a:spcBef>
              <a:spcAft>
                <a:spcPts val="0"/>
              </a:spcAft>
              <a:buClr>
                <a:srgbClr val="434343"/>
              </a:buClr>
              <a:buSzPts val="3500"/>
              <a:buNone/>
              <a:defRPr sz="3500" b="1">
                <a:solidFill>
                  <a:srgbClr val="434343"/>
                </a:solidFill>
              </a:defRPr>
            </a:lvl3pPr>
            <a:lvl4pPr lvl="3" algn="r" rtl="0">
              <a:spcBef>
                <a:spcPts val="0"/>
              </a:spcBef>
              <a:spcAft>
                <a:spcPts val="0"/>
              </a:spcAft>
              <a:buClr>
                <a:srgbClr val="434343"/>
              </a:buClr>
              <a:buSzPts val="3500"/>
              <a:buNone/>
              <a:defRPr sz="3500" b="1">
                <a:solidFill>
                  <a:srgbClr val="434343"/>
                </a:solidFill>
              </a:defRPr>
            </a:lvl4pPr>
            <a:lvl5pPr lvl="4" algn="r" rtl="0">
              <a:spcBef>
                <a:spcPts val="0"/>
              </a:spcBef>
              <a:spcAft>
                <a:spcPts val="0"/>
              </a:spcAft>
              <a:buClr>
                <a:srgbClr val="434343"/>
              </a:buClr>
              <a:buSzPts val="3500"/>
              <a:buNone/>
              <a:defRPr sz="3500" b="1">
                <a:solidFill>
                  <a:srgbClr val="434343"/>
                </a:solidFill>
              </a:defRPr>
            </a:lvl5pPr>
            <a:lvl6pPr lvl="5" algn="r" rtl="0">
              <a:spcBef>
                <a:spcPts val="0"/>
              </a:spcBef>
              <a:spcAft>
                <a:spcPts val="0"/>
              </a:spcAft>
              <a:buClr>
                <a:srgbClr val="434343"/>
              </a:buClr>
              <a:buSzPts val="3500"/>
              <a:buNone/>
              <a:defRPr sz="3500" b="1">
                <a:solidFill>
                  <a:srgbClr val="434343"/>
                </a:solidFill>
              </a:defRPr>
            </a:lvl6pPr>
            <a:lvl7pPr lvl="6" algn="r" rtl="0">
              <a:spcBef>
                <a:spcPts val="0"/>
              </a:spcBef>
              <a:spcAft>
                <a:spcPts val="0"/>
              </a:spcAft>
              <a:buClr>
                <a:srgbClr val="434343"/>
              </a:buClr>
              <a:buSzPts val="3500"/>
              <a:buNone/>
              <a:defRPr sz="3500" b="1">
                <a:solidFill>
                  <a:srgbClr val="434343"/>
                </a:solidFill>
              </a:defRPr>
            </a:lvl7pPr>
            <a:lvl8pPr lvl="7" algn="r" rtl="0">
              <a:spcBef>
                <a:spcPts val="0"/>
              </a:spcBef>
              <a:spcAft>
                <a:spcPts val="0"/>
              </a:spcAft>
              <a:buClr>
                <a:srgbClr val="434343"/>
              </a:buClr>
              <a:buSzPts val="3500"/>
              <a:buNone/>
              <a:defRPr sz="3500" b="1">
                <a:solidFill>
                  <a:srgbClr val="434343"/>
                </a:solidFill>
              </a:defRPr>
            </a:lvl8pPr>
            <a:lvl9pPr lvl="8" algn="r" rtl="0">
              <a:spcBef>
                <a:spcPts val="0"/>
              </a:spcBef>
              <a:spcAft>
                <a:spcPts val="0"/>
              </a:spcAft>
              <a:buClr>
                <a:srgbClr val="434343"/>
              </a:buClr>
              <a:buSzPts val="3500"/>
              <a:buNone/>
              <a:defRPr sz="3500" b="1">
                <a:solidFill>
                  <a:srgbClr val="434343"/>
                </a:solidFill>
              </a:defRPr>
            </a:lvl9pPr>
          </a:lstStyle>
          <a:p>
            <a:endParaRPr/>
          </a:p>
        </p:txBody>
      </p:sp>
      <p:sp>
        <p:nvSpPr>
          <p:cNvPr id="206" name="Google Shape;206;p15"/>
          <p:cNvSpPr txBox="1">
            <a:spLocks noGrp="1"/>
          </p:cNvSpPr>
          <p:nvPr>
            <p:ph type="subTitle" idx="9"/>
          </p:nvPr>
        </p:nvSpPr>
        <p:spPr>
          <a:xfrm flipH="1">
            <a:off x="4811675" y="3573468"/>
            <a:ext cx="2163900" cy="426600"/>
          </a:xfrm>
          <a:prstGeom prst="rect">
            <a:avLst/>
          </a:prstGeom>
        </p:spPr>
        <p:txBody>
          <a:bodyPr spcFirstLastPara="1" wrap="square" lIns="91425" tIns="0" rIns="91425" bIns="0" anchor="t" anchorCtr="0">
            <a:noAutofit/>
          </a:bodyPr>
          <a:lstStyle>
            <a:lvl1pPr lvl="0" algn="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1pPr>
            <a:lvl2pPr lvl="1" algn="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2pPr>
            <a:lvl3pPr lvl="2" algn="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3pPr>
            <a:lvl4pPr lvl="3" algn="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4pPr>
            <a:lvl5pPr lvl="4" algn="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5pPr>
            <a:lvl6pPr lvl="5" algn="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6pPr>
            <a:lvl7pPr lvl="6" algn="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7pPr>
            <a:lvl8pPr lvl="7" algn="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8pPr>
            <a:lvl9pPr lvl="8" algn="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 text 3">
  <p:cSld name="CUSTOM_5">
    <p:spTree>
      <p:nvGrpSpPr>
        <p:cNvPr id="1" name="Shape 238"/>
        <p:cNvGrpSpPr/>
        <p:nvPr/>
      </p:nvGrpSpPr>
      <p:grpSpPr>
        <a:xfrm>
          <a:off x="0" y="0"/>
          <a:ext cx="0" cy="0"/>
          <a:chOff x="0" y="0"/>
          <a:chExt cx="0" cy="0"/>
        </a:xfrm>
      </p:grpSpPr>
      <p:sp>
        <p:nvSpPr>
          <p:cNvPr id="239" name="Google Shape;239;p19"/>
          <p:cNvSpPr/>
          <p:nvPr/>
        </p:nvSpPr>
        <p:spPr>
          <a:xfrm>
            <a:off x="1817725" y="0"/>
            <a:ext cx="7326300" cy="390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19"/>
          <p:cNvSpPr txBox="1">
            <a:spLocks noGrp="1"/>
          </p:cNvSpPr>
          <p:nvPr>
            <p:ph type="body" idx="1"/>
          </p:nvPr>
        </p:nvSpPr>
        <p:spPr>
          <a:xfrm>
            <a:off x="4579525" y="2388200"/>
            <a:ext cx="3932700" cy="2130900"/>
          </a:xfrm>
          <a:prstGeom prst="rect">
            <a:avLst/>
          </a:prstGeom>
        </p:spPr>
        <p:txBody>
          <a:bodyPr spcFirstLastPara="1" wrap="square" lIns="91425" tIns="91425" rIns="91425" bIns="91425" anchor="t" anchorCtr="0">
            <a:noAutofit/>
          </a:bodyPr>
          <a:lstStyle>
            <a:lvl1pPr marL="457200" lvl="0" indent="-330200" algn="r" rtl="0">
              <a:lnSpc>
                <a:spcPct val="100000"/>
              </a:lnSpc>
              <a:spcBef>
                <a:spcPts val="0"/>
              </a:spcBef>
              <a:spcAft>
                <a:spcPts val="0"/>
              </a:spcAft>
              <a:buSzPts val="1600"/>
              <a:buChar char="●"/>
              <a:defRPr sz="1600"/>
            </a:lvl1pPr>
            <a:lvl2pPr marL="914400" lvl="1" indent="-330200" rtl="0">
              <a:spcBef>
                <a:spcPts val="0"/>
              </a:spcBef>
              <a:spcAft>
                <a:spcPts val="0"/>
              </a:spcAft>
              <a:buSzPts val="1600"/>
              <a:buChar char="○"/>
              <a:defRPr/>
            </a:lvl2pPr>
            <a:lvl3pPr marL="1371600" lvl="2" indent="-323850" rtl="0">
              <a:spcBef>
                <a:spcPts val="1600"/>
              </a:spcBef>
              <a:spcAft>
                <a:spcPts val="0"/>
              </a:spcAft>
              <a:buSzPts val="1500"/>
              <a:buChar char="■"/>
              <a:defRPr/>
            </a:lvl3pPr>
            <a:lvl4pPr marL="1828800" lvl="3" indent="-323850" rtl="0">
              <a:spcBef>
                <a:spcPts val="1600"/>
              </a:spcBef>
              <a:spcAft>
                <a:spcPts val="0"/>
              </a:spcAft>
              <a:buSzPts val="15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1150" rtl="0">
              <a:spcBef>
                <a:spcPts val="1600"/>
              </a:spcBef>
              <a:spcAft>
                <a:spcPts val="0"/>
              </a:spcAft>
              <a:buSzPts val="1300"/>
              <a:buChar char="●"/>
              <a:defRPr/>
            </a:lvl7pPr>
            <a:lvl8pPr marL="3657600" lvl="7" indent="-311150" rtl="0">
              <a:spcBef>
                <a:spcPts val="1600"/>
              </a:spcBef>
              <a:spcAft>
                <a:spcPts val="0"/>
              </a:spcAft>
              <a:buSzPts val="1300"/>
              <a:buChar char="○"/>
              <a:defRPr/>
            </a:lvl8pPr>
            <a:lvl9pPr marL="4114800" lvl="8" indent="-317500" rtl="0">
              <a:spcBef>
                <a:spcPts val="1600"/>
              </a:spcBef>
              <a:spcAft>
                <a:spcPts val="1600"/>
              </a:spcAft>
              <a:buSzPts val="1400"/>
              <a:buChar char="■"/>
              <a:defRPr/>
            </a:lvl9pPr>
          </a:lstStyle>
          <a:p>
            <a:endParaRPr/>
          </a:p>
        </p:txBody>
      </p:sp>
      <p:sp>
        <p:nvSpPr>
          <p:cNvPr id="241" name="Google Shape;241;p19"/>
          <p:cNvSpPr txBox="1">
            <a:spLocks noGrp="1"/>
          </p:cNvSpPr>
          <p:nvPr>
            <p:ph type="title"/>
          </p:nvPr>
        </p:nvSpPr>
        <p:spPr>
          <a:xfrm>
            <a:off x="4579531" y="1714800"/>
            <a:ext cx="3963300" cy="669000"/>
          </a:xfrm>
          <a:prstGeom prst="rect">
            <a:avLst/>
          </a:prstGeom>
        </p:spPr>
        <p:txBody>
          <a:bodyPr spcFirstLastPara="1" wrap="square" lIns="91425" tIns="91425" rIns="91425" bIns="91425" anchor="t" anchorCtr="0">
            <a:noAutofit/>
          </a:bodyPr>
          <a:lstStyle>
            <a:lvl1pPr lvl="0" algn="r" rtl="0">
              <a:spcBef>
                <a:spcPts val="0"/>
              </a:spcBef>
              <a:spcAft>
                <a:spcPts val="0"/>
              </a:spcAft>
              <a:buNone/>
              <a:defRPr sz="3000">
                <a:solidFill>
                  <a:schemeClr val="dk2"/>
                </a:solidFill>
              </a:defRPr>
            </a:lvl1pPr>
            <a:lvl2pPr lvl="1" algn="r" rtl="0">
              <a:spcBef>
                <a:spcPts val="0"/>
              </a:spcBef>
              <a:spcAft>
                <a:spcPts val="0"/>
              </a:spcAft>
              <a:buNone/>
              <a:defRPr sz="3000"/>
            </a:lvl2pPr>
            <a:lvl3pPr lvl="2" algn="r" rtl="0">
              <a:spcBef>
                <a:spcPts val="0"/>
              </a:spcBef>
              <a:spcAft>
                <a:spcPts val="0"/>
              </a:spcAft>
              <a:buNone/>
              <a:defRPr sz="3000"/>
            </a:lvl3pPr>
            <a:lvl4pPr lvl="3" algn="r" rtl="0">
              <a:spcBef>
                <a:spcPts val="0"/>
              </a:spcBef>
              <a:spcAft>
                <a:spcPts val="0"/>
              </a:spcAft>
              <a:buNone/>
              <a:defRPr sz="3000"/>
            </a:lvl4pPr>
            <a:lvl5pPr lvl="4" algn="r" rtl="0">
              <a:spcBef>
                <a:spcPts val="0"/>
              </a:spcBef>
              <a:spcAft>
                <a:spcPts val="0"/>
              </a:spcAft>
              <a:buNone/>
              <a:defRPr sz="3000"/>
            </a:lvl5pPr>
            <a:lvl6pPr lvl="5" algn="r" rtl="0">
              <a:spcBef>
                <a:spcPts val="0"/>
              </a:spcBef>
              <a:spcAft>
                <a:spcPts val="0"/>
              </a:spcAft>
              <a:buNone/>
              <a:defRPr sz="3000"/>
            </a:lvl6pPr>
            <a:lvl7pPr lvl="6" algn="r" rtl="0">
              <a:spcBef>
                <a:spcPts val="0"/>
              </a:spcBef>
              <a:spcAft>
                <a:spcPts val="0"/>
              </a:spcAft>
              <a:buNone/>
              <a:defRPr sz="3000"/>
            </a:lvl7pPr>
            <a:lvl8pPr lvl="7" algn="r" rtl="0">
              <a:spcBef>
                <a:spcPts val="0"/>
              </a:spcBef>
              <a:spcAft>
                <a:spcPts val="0"/>
              </a:spcAft>
              <a:buNone/>
              <a:defRPr sz="3000"/>
            </a:lvl8pPr>
            <a:lvl9pPr lvl="8" algn="r" rtl="0">
              <a:spcBef>
                <a:spcPts val="0"/>
              </a:spcBef>
              <a:spcAft>
                <a:spcPts val="0"/>
              </a:spcAft>
              <a:buNone/>
              <a:defRPr sz="3000"/>
            </a:lvl9pPr>
          </a:lstStyle>
          <a:p>
            <a:endParaRPr/>
          </a:p>
        </p:txBody>
      </p:sp>
      <p:sp>
        <p:nvSpPr>
          <p:cNvPr id="242" name="Google Shape;242;p19"/>
          <p:cNvSpPr/>
          <p:nvPr/>
        </p:nvSpPr>
        <p:spPr>
          <a:xfrm>
            <a:off x="0" y="2156637"/>
            <a:ext cx="2107897" cy="128764"/>
          </a:xfrm>
          <a:custGeom>
            <a:avLst/>
            <a:gdLst/>
            <a:ahLst/>
            <a:cxnLst/>
            <a:rect l="l" t="t" r="r" b="b"/>
            <a:pathLst>
              <a:path w="135840" h="8298" extrusionOk="0">
                <a:moveTo>
                  <a:pt x="1" y="1"/>
                </a:moveTo>
                <a:lnTo>
                  <a:pt x="1" y="8298"/>
                </a:lnTo>
                <a:lnTo>
                  <a:pt x="135840" y="8298"/>
                </a:lnTo>
                <a:lnTo>
                  <a:pt x="13584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9"/>
          <p:cNvSpPr/>
          <p:nvPr/>
        </p:nvSpPr>
        <p:spPr>
          <a:xfrm>
            <a:off x="2107970" y="2156637"/>
            <a:ext cx="1115538" cy="128764"/>
          </a:xfrm>
          <a:custGeom>
            <a:avLst/>
            <a:gdLst/>
            <a:ahLst/>
            <a:cxnLst/>
            <a:rect l="l" t="t" r="r" b="b"/>
            <a:pathLst>
              <a:path w="71889" h="8298" extrusionOk="0">
                <a:moveTo>
                  <a:pt x="1" y="1"/>
                </a:moveTo>
                <a:lnTo>
                  <a:pt x="1" y="8298"/>
                </a:lnTo>
                <a:lnTo>
                  <a:pt x="71889" y="8298"/>
                </a:lnTo>
                <a:lnTo>
                  <a:pt x="7188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19"/>
          <p:cNvSpPr/>
          <p:nvPr/>
        </p:nvSpPr>
        <p:spPr>
          <a:xfrm>
            <a:off x="430892" y="2369856"/>
            <a:ext cx="1645026" cy="128764"/>
          </a:xfrm>
          <a:custGeom>
            <a:avLst/>
            <a:gdLst/>
            <a:ahLst/>
            <a:cxnLst/>
            <a:rect l="l" t="t" r="r" b="b"/>
            <a:pathLst>
              <a:path w="106011" h="8298" extrusionOk="0">
                <a:moveTo>
                  <a:pt x="1" y="1"/>
                </a:moveTo>
                <a:lnTo>
                  <a:pt x="1" y="8297"/>
                </a:lnTo>
                <a:lnTo>
                  <a:pt x="106011" y="8297"/>
                </a:lnTo>
                <a:lnTo>
                  <a:pt x="10601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9"/>
          <p:cNvSpPr/>
          <p:nvPr/>
        </p:nvSpPr>
        <p:spPr>
          <a:xfrm>
            <a:off x="1597826" y="2369856"/>
            <a:ext cx="478141" cy="128764"/>
          </a:xfrm>
          <a:custGeom>
            <a:avLst/>
            <a:gdLst/>
            <a:ahLst/>
            <a:cxnLst/>
            <a:rect l="l" t="t" r="r" b="b"/>
            <a:pathLst>
              <a:path w="30813" h="8298" extrusionOk="0">
                <a:moveTo>
                  <a:pt x="0" y="1"/>
                </a:moveTo>
                <a:lnTo>
                  <a:pt x="0" y="8297"/>
                </a:lnTo>
                <a:lnTo>
                  <a:pt x="30813" y="8297"/>
                </a:lnTo>
                <a:lnTo>
                  <a:pt x="308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9"/>
          <p:cNvSpPr/>
          <p:nvPr/>
        </p:nvSpPr>
        <p:spPr>
          <a:xfrm>
            <a:off x="2665754" y="2369856"/>
            <a:ext cx="557777" cy="128764"/>
          </a:xfrm>
          <a:custGeom>
            <a:avLst/>
            <a:gdLst/>
            <a:ahLst/>
            <a:cxnLst/>
            <a:rect l="l" t="t" r="r" b="b"/>
            <a:pathLst>
              <a:path w="35945" h="8298" extrusionOk="0">
                <a:moveTo>
                  <a:pt x="1" y="1"/>
                </a:moveTo>
                <a:lnTo>
                  <a:pt x="1" y="8297"/>
                </a:lnTo>
                <a:lnTo>
                  <a:pt x="35945" y="8297"/>
                </a:lnTo>
                <a:lnTo>
                  <a:pt x="3594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9"/>
          <p:cNvSpPr/>
          <p:nvPr/>
        </p:nvSpPr>
        <p:spPr>
          <a:xfrm>
            <a:off x="0" y="3222713"/>
            <a:ext cx="1472750" cy="128392"/>
          </a:xfrm>
          <a:custGeom>
            <a:avLst/>
            <a:gdLst/>
            <a:ahLst/>
            <a:cxnLst/>
            <a:rect l="l" t="t" r="r" b="b"/>
            <a:pathLst>
              <a:path w="94909" h="8274" extrusionOk="0">
                <a:moveTo>
                  <a:pt x="1" y="1"/>
                </a:moveTo>
                <a:lnTo>
                  <a:pt x="1" y="8274"/>
                </a:lnTo>
                <a:lnTo>
                  <a:pt x="94908" y="8274"/>
                </a:lnTo>
                <a:lnTo>
                  <a:pt x="9490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9"/>
          <p:cNvSpPr/>
          <p:nvPr/>
        </p:nvSpPr>
        <p:spPr>
          <a:xfrm>
            <a:off x="2202118" y="2369856"/>
            <a:ext cx="128764" cy="128764"/>
          </a:xfrm>
          <a:custGeom>
            <a:avLst/>
            <a:gdLst/>
            <a:ahLst/>
            <a:cxnLst/>
            <a:rect l="l" t="t" r="r" b="b"/>
            <a:pathLst>
              <a:path w="8298" h="8298" extrusionOk="0">
                <a:moveTo>
                  <a:pt x="0" y="1"/>
                </a:moveTo>
                <a:lnTo>
                  <a:pt x="0" y="8297"/>
                </a:lnTo>
                <a:lnTo>
                  <a:pt x="8297" y="8297"/>
                </a:lnTo>
                <a:lnTo>
                  <a:pt x="8297" y="1"/>
                </a:lnTo>
                <a:close/>
              </a:path>
            </a:pathLst>
          </a:custGeom>
          <a:solidFill>
            <a:srgbClr val="FFFFFF">
              <a:alpha val="31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19"/>
          <p:cNvSpPr/>
          <p:nvPr/>
        </p:nvSpPr>
        <p:spPr>
          <a:xfrm>
            <a:off x="2406772" y="2369856"/>
            <a:ext cx="128764" cy="128764"/>
          </a:xfrm>
          <a:custGeom>
            <a:avLst/>
            <a:gdLst/>
            <a:ahLst/>
            <a:cxnLst/>
            <a:rect l="l" t="t" r="r" b="b"/>
            <a:pathLst>
              <a:path w="8298" h="8298" extrusionOk="0">
                <a:moveTo>
                  <a:pt x="1" y="1"/>
                </a:moveTo>
                <a:lnTo>
                  <a:pt x="1" y="8297"/>
                </a:lnTo>
                <a:lnTo>
                  <a:pt x="8297" y="8297"/>
                </a:lnTo>
                <a:lnTo>
                  <a:pt x="829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19"/>
          <p:cNvSpPr/>
          <p:nvPr/>
        </p:nvSpPr>
        <p:spPr>
          <a:xfrm>
            <a:off x="2061089" y="2796292"/>
            <a:ext cx="128764" cy="128749"/>
          </a:xfrm>
          <a:custGeom>
            <a:avLst/>
            <a:gdLst/>
            <a:ahLst/>
            <a:cxnLst/>
            <a:rect l="l" t="t" r="r" b="b"/>
            <a:pathLst>
              <a:path w="8298" h="8297" extrusionOk="0">
                <a:moveTo>
                  <a:pt x="0" y="0"/>
                </a:moveTo>
                <a:lnTo>
                  <a:pt x="0" y="8297"/>
                </a:lnTo>
                <a:lnTo>
                  <a:pt x="8297" y="8297"/>
                </a:lnTo>
                <a:lnTo>
                  <a:pt x="829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9"/>
          <p:cNvSpPr/>
          <p:nvPr/>
        </p:nvSpPr>
        <p:spPr>
          <a:xfrm>
            <a:off x="1856436" y="2796292"/>
            <a:ext cx="128376" cy="128749"/>
          </a:xfrm>
          <a:custGeom>
            <a:avLst/>
            <a:gdLst/>
            <a:ahLst/>
            <a:cxnLst/>
            <a:rect l="l" t="t" r="r" b="b"/>
            <a:pathLst>
              <a:path w="8273" h="8297" extrusionOk="0">
                <a:moveTo>
                  <a:pt x="0" y="0"/>
                </a:moveTo>
                <a:lnTo>
                  <a:pt x="0" y="8297"/>
                </a:lnTo>
                <a:lnTo>
                  <a:pt x="8273" y="8297"/>
                </a:lnTo>
                <a:lnTo>
                  <a:pt x="827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9"/>
          <p:cNvSpPr/>
          <p:nvPr/>
        </p:nvSpPr>
        <p:spPr>
          <a:xfrm>
            <a:off x="641505" y="2796292"/>
            <a:ext cx="128764" cy="128749"/>
          </a:xfrm>
          <a:custGeom>
            <a:avLst/>
            <a:gdLst/>
            <a:ahLst/>
            <a:cxnLst/>
            <a:rect l="l" t="t" r="r" b="b"/>
            <a:pathLst>
              <a:path w="8298" h="8297" extrusionOk="0">
                <a:moveTo>
                  <a:pt x="1" y="0"/>
                </a:moveTo>
                <a:lnTo>
                  <a:pt x="1" y="8297"/>
                </a:lnTo>
                <a:lnTo>
                  <a:pt x="8297" y="8297"/>
                </a:lnTo>
                <a:lnTo>
                  <a:pt x="829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9"/>
          <p:cNvSpPr/>
          <p:nvPr/>
        </p:nvSpPr>
        <p:spPr>
          <a:xfrm>
            <a:off x="3094800" y="2583074"/>
            <a:ext cx="128749" cy="128764"/>
          </a:xfrm>
          <a:custGeom>
            <a:avLst/>
            <a:gdLst/>
            <a:ahLst/>
            <a:cxnLst/>
            <a:rect l="l" t="t" r="r" b="b"/>
            <a:pathLst>
              <a:path w="8297" h="8298" extrusionOk="0">
                <a:moveTo>
                  <a:pt x="0" y="0"/>
                </a:moveTo>
                <a:lnTo>
                  <a:pt x="0" y="8297"/>
                </a:lnTo>
                <a:lnTo>
                  <a:pt x="8297" y="8297"/>
                </a:lnTo>
                <a:lnTo>
                  <a:pt x="829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19"/>
          <p:cNvSpPr/>
          <p:nvPr/>
        </p:nvSpPr>
        <p:spPr>
          <a:xfrm>
            <a:off x="191634" y="2369856"/>
            <a:ext cx="128764" cy="128764"/>
          </a:xfrm>
          <a:custGeom>
            <a:avLst/>
            <a:gdLst/>
            <a:ahLst/>
            <a:cxnLst/>
            <a:rect l="l" t="t" r="r" b="b"/>
            <a:pathLst>
              <a:path w="8298" h="8298" extrusionOk="0">
                <a:moveTo>
                  <a:pt x="1" y="1"/>
                </a:moveTo>
                <a:lnTo>
                  <a:pt x="1" y="8297"/>
                </a:lnTo>
                <a:lnTo>
                  <a:pt x="8297" y="8297"/>
                </a:lnTo>
                <a:lnTo>
                  <a:pt x="8297" y="1"/>
                </a:lnTo>
                <a:close/>
              </a:path>
            </a:pathLst>
          </a:custGeom>
          <a:solidFill>
            <a:srgbClr val="FFFFFF">
              <a:alpha val="31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19"/>
          <p:cNvSpPr/>
          <p:nvPr/>
        </p:nvSpPr>
        <p:spPr>
          <a:xfrm>
            <a:off x="1339573" y="3009138"/>
            <a:ext cx="1644653" cy="128749"/>
          </a:xfrm>
          <a:custGeom>
            <a:avLst/>
            <a:gdLst/>
            <a:ahLst/>
            <a:cxnLst/>
            <a:rect l="l" t="t" r="r" b="b"/>
            <a:pathLst>
              <a:path w="105987" h="8297" extrusionOk="0">
                <a:moveTo>
                  <a:pt x="1" y="0"/>
                </a:moveTo>
                <a:lnTo>
                  <a:pt x="1" y="8297"/>
                </a:lnTo>
                <a:lnTo>
                  <a:pt x="105987" y="8297"/>
                </a:lnTo>
                <a:lnTo>
                  <a:pt x="10598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9"/>
          <p:cNvSpPr/>
          <p:nvPr/>
        </p:nvSpPr>
        <p:spPr>
          <a:xfrm>
            <a:off x="1339573" y="3009138"/>
            <a:ext cx="478156" cy="128749"/>
          </a:xfrm>
          <a:custGeom>
            <a:avLst/>
            <a:gdLst/>
            <a:ahLst/>
            <a:cxnLst/>
            <a:rect l="l" t="t" r="r" b="b"/>
            <a:pathLst>
              <a:path w="30814" h="8297" extrusionOk="0">
                <a:moveTo>
                  <a:pt x="1" y="0"/>
                </a:moveTo>
                <a:lnTo>
                  <a:pt x="1" y="8297"/>
                </a:lnTo>
                <a:lnTo>
                  <a:pt x="30813" y="8297"/>
                </a:lnTo>
                <a:lnTo>
                  <a:pt x="3081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9"/>
          <p:cNvSpPr/>
          <p:nvPr/>
        </p:nvSpPr>
        <p:spPr>
          <a:xfrm>
            <a:off x="0" y="3009510"/>
            <a:ext cx="749775" cy="128376"/>
          </a:xfrm>
          <a:custGeom>
            <a:avLst/>
            <a:gdLst/>
            <a:ahLst/>
            <a:cxnLst/>
            <a:rect l="l" t="t" r="r" b="b"/>
            <a:pathLst>
              <a:path w="48318" h="8273" extrusionOk="0">
                <a:moveTo>
                  <a:pt x="1" y="0"/>
                </a:moveTo>
                <a:lnTo>
                  <a:pt x="1" y="8273"/>
                </a:lnTo>
                <a:lnTo>
                  <a:pt x="48318" y="8273"/>
                </a:lnTo>
                <a:lnTo>
                  <a:pt x="4831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9"/>
          <p:cNvSpPr/>
          <p:nvPr/>
        </p:nvSpPr>
        <p:spPr>
          <a:xfrm>
            <a:off x="1084687" y="3009138"/>
            <a:ext cx="128764" cy="128749"/>
          </a:xfrm>
          <a:custGeom>
            <a:avLst/>
            <a:gdLst/>
            <a:ahLst/>
            <a:cxnLst/>
            <a:rect l="l" t="t" r="r" b="b"/>
            <a:pathLst>
              <a:path w="8298" h="8297" extrusionOk="0">
                <a:moveTo>
                  <a:pt x="0" y="0"/>
                </a:moveTo>
                <a:lnTo>
                  <a:pt x="0" y="8297"/>
                </a:lnTo>
                <a:lnTo>
                  <a:pt x="8297" y="8297"/>
                </a:lnTo>
                <a:lnTo>
                  <a:pt x="829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19"/>
          <p:cNvSpPr/>
          <p:nvPr/>
        </p:nvSpPr>
        <p:spPr>
          <a:xfrm>
            <a:off x="879662" y="3009138"/>
            <a:ext cx="128749" cy="128749"/>
          </a:xfrm>
          <a:custGeom>
            <a:avLst/>
            <a:gdLst/>
            <a:ahLst/>
            <a:cxnLst/>
            <a:rect l="l" t="t" r="r" b="b"/>
            <a:pathLst>
              <a:path w="8297" h="8297" extrusionOk="0">
                <a:moveTo>
                  <a:pt x="0" y="0"/>
                </a:moveTo>
                <a:lnTo>
                  <a:pt x="0" y="8297"/>
                </a:lnTo>
                <a:lnTo>
                  <a:pt x="8297" y="8297"/>
                </a:lnTo>
                <a:lnTo>
                  <a:pt x="829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19"/>
          <p:cNvSpPr/>
          <p:nvPr/>
        </p:nvSpPr>
        <p:spPr>
          <a:xfrm>
            <a:off x="533979" y="3435558"/>
            <a:ext cx="128749" cy="128764"/>
          </a:xfrm>
          <a:custGeom>
            <a:avLst/>
            <a:gdLst/>
            <a:ahLst/>
            <a:cxnLst/>
            <a:rect l="l" t="t" r="r" b="b"/>
            <a:pathLst>
              <a:path w="8297" h="8298" extrusionOk="0">
                <a:moveTo>
                  <a:pt x="0" y="1"/>
                </a:moveTo>
                <a:lnTo>
                  <a:pt x="0" y="8297"/>
                </a:lnTo>
                <a:lnTo>
                  <a:pt x="8297" y="8297"/>
                </a:lnTo>
                <a:lnTo>
                  <a:pt x="8297" y="1"/>
                </a:lnTo>
                <a:close/>
              </a:path>
            </a:pathLst>
          </a:custGeom>
          <a:solidFill>
            <a:srgbClr val="FFFFFF">
              <a:alpha val="31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9"/>
          <p:cNvSpPr/>
          <p:nvPr/>
        </p:nvSpPr>
        <p:spPr>
          <a:xfrm>
            <a:off x="338622" y="3435558"/>
            <a:ext cx="128749" cy="128764"/>
          </a:xfrm>
          <a:custGeom>
            <a:avLst/>
            <a:gdLst/>
            <a:ahLst/>
            <a:cxnLst/>
            <a:rect l="l" t="t" r="r" b="b"/>
            <a:pathLst>
              <a:path w="8297" h="8298" extrusionOk="0">
                <a:moveTo>
                  <a:pt x="0" y="1"/>
                </a:moveTo>
                <a:lnTo>
                  <a:pt x="0" y="8297"/>
                </a:lnTo>
                <a:lnTo>
                  <a:pt x="8297" y="8297"/>
                </a:lnTo>
                <a:lnTo>
                  <a:pt x="829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9"/>
          <p:cNvSpPr/>
          <p:nvPr/>
        </p:nvSpPr>
        <p:spPr>
          <a:xfrm>
            <a:off x="142891" y="3435558"/>
            <a:ext cx="128764" cy="128764"/>
          </a:xfrm>
          <a:custGeom>
            <a:avLst/>
            <a:gdLst/>
            <a:ahLst/>
            <a:cxnLst/>
            <a:rect l="l" t="t" r="r" b="b"/>
            <a:pathLst>
              <a:path w="8298" h="8298" extrusionOk="0">
                <a:moveTo>
                  <a:pt x="0" y="1"/>
                </a:moveTo>
                <a:lnTo>
                  <a:pt x="0" y="8297"/>
                </a:lnTo>
                <a:lnTo>
                  <a:pt x="8297" y="8297"/>
                </a:lnTo>
                <a:lnTo>
                  <a:pt x="829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19"/>
          <p:cNvSpPr/>
          <p:nvPr/>
        </p:nvSpPr>
        <p:spPr>
          <a:xfrm>
            <a:off x="3094800" y="3009138"/>
            <a:ext cx="128749" cy="128749"/>
          </a:xfrm>
          <a:custGeom>
            <a:avLst/>
            <a:gdLst/>
            <a:ahLst/>
            <a:cxnLst/>
            <a:rect l="l" t="t" r="r" b="b"/>
            <a:pathLst>
              <a:path w="8297" h="8297" extrusionOk="0">
                <a:moveTo>
                  <a:pt x="0" y="0"/>
                </a:moveTo>
                <a:lnTo>
                  <a:pt x="0" y="8297"/>
                </a:lnTo>
                <a:lnTo>
                  <a:pt x="8297" y="8297"/>
                </a:lnTo>
                <a:lnTo>
                  <a:pt x="8297" y="0"/>
                </a:lnTo>
                <a:close/>
              </a:path>
            </a:pathLst>
          </a:custGeom>
          <a:solidFill>
            <a:srgbClr val="FFFFFF">
              <a:alpha val="31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19"/>
          <p:cNvSpPr/>
          <p:nvPr/>
        </p:nvSpPr>
        <p:spPr>
          <a:xfrm>
            <a:off x="1676332" y="2583074"/>
            <a:ext cx="1314984" cy="128764"/>
          </a:xfrm>
          <a:custGeom>
            <a:avLst/>
            <a:gdLst/>
            <a:ahLst/>
            <a:cxnLst/>
            <a:rect l="l" t="t" r="r" b="b"/>
            <a:pathLst>
              <a:path w="84742" h="8298" extrusionOk="0">
                <a:moveTo>
                  <a:pt x="1" y="0"/>
                </a:moveTo>
                <a:lnTo>
                  <a:pt x="1" y="8297"/>
                </a:lnTo>
                <a:lnTo>
                  <a:pt x="84741" y="8297"/>
                </a:lnTo>
                <a:lnTo>
                  <a:pt x="8474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9"/>
          <p:cNvSpPr/>
          <p:nvPr/>
        </p:nvSpPr>
        <p:spPr>
          <a:xfrm>
            <a:off x="2267232" y="2796292"/>
            <a:ext cx="956281" cy="128749"/>
          </a:xfrm>
          <a:custGeom>
            <a:avLst/>
            <a:gdLst/>
            <a:ahLst/>
            <a:cxnLst/>
            <a:rect l="l" t="t" r="r" b="b"/>
            <a:pathLst>
              <a:path w="61626" h="8297" extrusionOk="0">
                <a:moveTo>
                  <a:pt x="1" y="0"/>
                </a:moveTo>
                <a:lnTo>
                  <a:pt x="1" y="8297"/>
                </a:lnTo>
                <a:lnTo>
                  <a:pt x="61626" y="8297"/>
                </a:lnTo>
                <a:lnTo>
                  <a:pt x="61626" y="0"/>
                </a:lnTo>
                <a:close/>
              </a:path>
            </a:pathLst>
          </a:custGeom>
          <a:solidFill>
            <a:srgbClr val="FFFFFF">
              <a:alpha val="125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9"/>
          <p:cNvSpPr/>
          <p:nvPr/>
        </p:nvSpPr>
        <p:spPr>
          <a:xfrm>
            <a:off x="641505" y="2796292"/>
            <a:ext cx="896384" cy="128749"/>
          </a:xfrm>
          <a:custGeom>
            <a:avLst/>
            <a:gdLst/>
            <a:ahLst/>
            <a:cxnLst/>
            <a:rect l="l" t="t" r="r" b="b"/>
            <a:pathLst>
              <a:path w="57766" h="8297" extrusionOk="0">
                <a:moveTo>
                  <a:pt x="1" y="0"/>
                </a:moveTo>
                <a:lnTo>
                  <a:pt x="1" y="8297"/>
                </a:lnTo>
                <a:lnTo>
                  <a:pt x="57765" y="8297"/>
                </a:lnTo>
                <a:lnTo>
                  <a:pt x="57765" y="0"/>
                </a:lnTo>
                <a:close/>
              </a:path>
            </a:pathLst>
          </a:custGeom>
          <a:solidFill>
            <a:srgbClr val="FFFFFF">
              <a:alpha val="31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9"/>
          <p:cNvSpPr/>
          <p:nvPr/>
        </p:nvSpPr>
        <p:spPr>
          <a:xfrm>
            <a:off x="0" y="2796292"/>
            <a:ext cx="449495" cy="128749"/>
          </a:xfrm>
          <a:custGeom>
            <a:avLst/>
            <a:gdLst/>
            <a:ahLst/>
            <a:cxnLst/>
            <a:rect l="l" t="t" r="r" b="b"/>
            <a:pathLst>
              <a:path w="28967" h="8297" extrusionOk="0">
                <a:moveTo>
                  <a:pt x="1" y="0"/>
                </a:moveTo>
                <a:lnTo>
                  <a:pt x="1" y="8297"/>
                </a:lnTo>
                <a:lnTo>
                  <a:pt x="28967" y="8297"/>
                </a:lnTo>
                <a:lnTo>
                  <a:pt x="2896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19"/>
          <p:cNvSpPr/>
          <p:nvPr/>
        </p:nvSpPr>
        <p:spPr>
          <a:xfrm>
            <a:off x="1676332" y="3222340"/>
            <a:ext cx="1547157" cy="128764"/>
          </a:xfrm>
          <a:custGeom>
            <a:avLst/>
            <a:gdLst/>
            <a:ahLst/>
            <a:cxnLst/>
            <a:rect l="l" t="t" r="r" b="b"/>
            <a:pathLst>
              <a:path w="99704" h="8298" extrusionOk="0">
                <a:moveTo>
                  <a:pt x="1" y="1"/>
                </a:moveTo>
                <a:lnTo>
                  <a:pt x="1" y="8298"/>
                </a:lnTo>
                <a:lnTo>
                  <a:pt x="99704" y="8298"/>
                </a:lnTo>
                <a:lnTo>
                  <a:pt x="99704" y="1"/>
                </a:lnTo>
                <a:close/>
              </a:path>
            </a:pathLst>
          </a:custGeom>
          <a:solidFill>
            <a:srgbClr val="FFFFFF">
              <a:alpha val="31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19"/>
          <p:cNvSpPr/>
          <p:nvPr/>
        </p:nvSpPr>
        <p:spPr>
          <a:xfrm>
            <a:off x="2522506" y="3435558"/>
            <a:ext cx="701019" cy="128764"/>
          </a:xfrm>
          <a:custGeom>
            <a:avLst/>
            <a:gdLst/>
            <a:ahLst/>
            <a:cxnLst/>
            <a:rect l="l" t="t" r="r" b="b"/>
            <a:pathLst>
              <a:path w="45176" h="8298" extrusionOk="0">
                <a:moveTo>
                  <a:pt x="0" y="1"/>
                </a:moveTo>
                <a:lnTo>
                  <a:pt x="0" y="8297"/>
                </a:lnTo>
                <a:lnTo>
                  <a:pt x="45176" y="8297"/>
                </a:lnTo>
                <a:lnTo>
                  <a:pt x="4517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19"/>
          <p:cNvSpPr/>
          <p:nvPr/>
        </p:nvSpPr>
        <p:spPr>
          <a:xfrm>
            <a:off x="0" y="2583074"/>
            <a:ext cx="1277773" cy="128764"/>
          </a:xfrm>
          <a:custGeom>
            <a:avLst/>
            <a:gdLst/>
            <a:ahLst/>
            <a:cxnLst/>
            <a:rect l="l" t="t" r="r" b="b"/>
            <a:pathLst>
              <a:path w="82344" h="8298" extrusionOk="0">
                <a:moveTo>
                  <a:pt x="1" y="0"/>
                </a:moveTo>
                <a:lnTo>
                  <a:pt x="1" y="8297"/>
                </a:lnTo>
                <a:lnTo>
                  <a:pt x="82343" y="8297"/>
                </a:lnTo>
                <a:lnTo>
                  <a:pt x="8234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19"/>
          <p:cNvSpPr/>
          <p:nvPr/>
        </p:nvSpPr>
        <p:spPr>
          <a:xfrm>
            <a:off x="812313" y="3435558"/>
            <a:ext cx="1562783" cy="128764"/>
          </a:xfrm>
          <a:custGeom>
            <a:avLst/>
            <a:gdLst/>
            <a:ahLst/>
            <a:cxnLst/>
            <a:rect l="l" t="t" r="r" b="b"/>
            <a:pathLst>
              <a:path w="100711" h="8298" extrusionOk="0">
                <a:moveTo>
                  <a:pt x="0" y="1"/>
                </a:moveTo>
                <a:lnTo>
                  <a:pt x="0" y="8297"/>
                </a:lnTo>
                <a:lnTo>
                  <a:pt x="100710" y="8297"/>
                </a:lnTo>
                <a:lnTo>
                  <a:pt x="100710" y="1"/>
                </a:lnTo>
                <a:close/>
              </a:path>
            </a:pathLst>
          </a:custGeom>
          <a:solidFill>
            <a:srgbClr val="FFFFFF">
              <a:alpha val="31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19"/>
          <p:cNvSpPr/>
          <p:nvPr/>
        </p:nvSpPr>
        <p:spPr>
          <a:xfrm>
            <a:off x="3223538" y="1474200"/>
            <a:ext cx="1086520" cy="2772465"/>
          </a:xfrm>
          <a:custGeom>
            <a:avLst/>
            <a:gdLst/>
            <a:ahLst/>
            <a:cxnLst/>
            <a:rect l="l" t="t" r="r" b="b"/>
            <a:pathLst>
              <a:path w="70019" h="178667" extrusionOk="0">
                <a:moveTo>
                  <a:pt x="1" y="1"/>
                </a:moveTo>
                <a:lnTo>
                  <a:pt x="1" y="22085"/>
                </a:lnTo>
                <a:lnTo>
                  <a:pt x="7434" y="22085"/>
                </a:lnTo>
                <a:cubicBezTo>
                  <a:pt x="22133" y="22637"/>
                  <a:pt x="29495" y="30574"/>
                  <a:pt x="29495" y="45848"/>
                </a:cubicBezTo>
                <a:lnTo>
                  <a:pt x="29495" y="60259"/>
                </a:lnTo>
                <a:cubicBezTo>
                  <a:pt x="29495" y="76397"/>
                  <a:pt x="35082" y="85941"/>
                  <a:pt x="46256" y="88914"/>
                </a:cubicBezTo>
                <a:lnTo>
                  <a:pt x="46256" y="89753"/>
                </a:lnTo>
                <a:cubicBezTo>
                  <a:pt x="35082" y="92727"/>
                  <a:pt x="29495" y="102270"/>
                  <a:pt x="29495" y="118408"/>
                </a:cubicBezTo>
                <a:lnTo>
                  <a:pt x="29495" y="132843"/>
                </a:lnTo>
                <a:cubicBezTo>
                  <a:pt x="29495" y="148405"/>
                  <a:pt x="22133" y="156390"/>
                  <a:pt x="7434" y="156822"/>
                </a:cubicBezTo>
                <a:lnTo>
                  <a:pt x="1" y="156822"/>
                </a:lnTo>
                <a:lnTo>
                  <a:pt x="1" y="178666"/>
                </a:lnTo>
                <a:lnTo>
                  <a:pt x="7434" y="178666"/>
                </a:lnTo>
                <a:cubicBezTo>
                  <a:pt x="21869" y="178379"/>
                  <a:pt x="33259" y="174038"/>
                  <a:pt x="41604" y="165622"/>
                </a:cubicBezTo>
                <a:cubicBezTo>
                  <a:pt x="49948" y="157205"/>
                  <a:pt x="54121" y="145072"/>
                  <a:pt x="54121" y="129222"/>
                </a:cubicBezTo>
                <a:lnTo>
                  <a:pt x="54121" y="115866"/>
                </a:lnTo>
                <a:cubicBezTo>
                  <a:pt x="54121" y="111046"/>
                  <a:pt x="55032" y="107234"/>
                  <a:pt x="56878" y="104404"/>
                </a:cubicBezTo>
                <a:cubicBezTo>
                  <a:pt x="58701" y="101575"/>
                  <a:pt x="61266" y="100160"/>
                  <a:pt x="64503" y="100160"/>
                </a:cubicBezTo>
                <a:lnTo>
                  <a:pt x="70019" y="100160"/>
                </a:lnTo>
                <a:lnTo>
                  <a:pt x="70019" y="78315"/>
                </a:lnTo>
                <a:lnTo>
                  <a:pt x="64503" y="78315"/>
                </a:lnTo>
                <a:cubicBezTo>
                  <a:pt x="61266" y="78315"/>
                  <a:pt x="58701" y="76901"/>
                  <a:pt x="56878" y="74071"/>
                </a:cubicBezTo>
                <a:cubicBezTo>
                  <a:pt x="55032" y="71242"/>
                  <a:pt x="54121" y="67405"/>
                  <a:pt x="54121" y="62609"/>
                </a:cubicBezTo>
                <a:lnTo>
                  <a:pt x="54121" y="49661"/>
                </a:lnTo>
                <a:cubicBezTo>
                  <a:pt x="54121" y="33667"/>
                  <a:pt x="49972" y="21510"/>
                  <a:pt x="41700" y="13165"/>
                </a:cubicBezTo>
                <a:cubicBezTo>
                  <a:pt x="33427" y="4821"/>
                  <a:pt x="22013" y="433"/>
                  <a:pt x="7434" y="1"/>
                </a:cubicBez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19"/>
          <p:cNvSpPr/>
          <p:nvPr/>
        </p:nvSpPr>
        <p:spPr>
          <a:xfrm>
            <a:off x="-12" y="4446900"/>
            <a:ext cx="1086600" cy="696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wo columns">
  <p:cSld name="CUSTOM_8">
    <p:spTree>
      <p:nvGrpSpPr>
        <p:cNvPr id="1" name="Shape 274"/>
        <p:cNvGrpSpPr/>
        <p:nvPr/>
      </p:nvGrpSpPr>
      <p:grpSpPr>
        <a:xfrm>
          <a:off x="0" y="0"/>
          <a:ext cx="0" cy="0"/>
          <a:chOff x="0" y="0"/>
          <a:chExt cx="0" cy="0"/>
        </a:xfrm>
      </p:grpSpPr>
      <p:sp>
        <p:nvSpPr>
          <p:cNvPr id="275" name="Google Shape;275;p20"/>
          <p:cNvSpPr/>
          <p:nvPr/>
        </p:nvSpPr>
        <p:spPr>
          <a:xfrm>
            <a:off x="5445850" y="1359975"/>
            <a:ext cx="3697248" cy="1208576"/>
          </a:xfrm>
          <a:custGeom>
            <a:avLst/>
            <a:gdLst/>
            <a:ahLst/>
            <a:cxnLst/>
            <a:rect l="l" t="t" r="r" b="b"/>
            <a:pathLst>
              <a:path w="115539" h="37768" extrusionOk="0">
                <a:moveTo>
                  <a:pt x="1" y="0"/>
                </a:moveTo>
                <a:lnTo>
                  <a:pt x="115539" y="0"/>
                </a:lnTo>
                <a:lnTo>
                  <a:pt x="115539" y="37767"/>
                </a:lnTo>
                <a:lnTo>
                  <a:pt x="1" y="37767"/>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20"/>
          <p:cNvSpPr/>
          <p:nvPr/>
        </p:nvSpPr>
        <p:spPr>
          <a:xfrm>
            <a:off x="-899" y="2568525"/>
            <a:ext cx="3697248" cy="1208544"/>
          </a:xfrm>
          <a:custGeom>
            <a:avLst/>
            <a:gdLst/>
            <a:ahLst/>
            <a:cxnLst/>
            <a:rect l="l" t="t" r="r" b="b"/>
            <a:pathLst>
              <a:path w="115539" h="37767" extrusionOk="0">
                <a:moveTo>
                  <a:pt x="0" y="0"/>
                </a:moveTo>
                <a:lnTo>
                  <a:pt x="115538" y="0"/>
                </a:lnTo>
                <a:lnTo>
                  <a:pt x="115538" y="37767"/>
                </a:lnTo>
                <a:lnTo>
                  <a:pt x="0" y="37767"/>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20"/>
          <p:cNvSpPr/>
          <p:nvPr/>
        </p:nvSpPr>
        <p:spPr>
          <a:xfrm>
            <a:off x="-905" y="-3217"/>
            <a:ext cx="3697248" cy="357024"/>
          </a:xfrm>
          <a:custGeom>
            <a:avLst/>
            <a:gdLst/>
            <a:ahLst/>
            <a:cxnLst/>
            <a:rect l="l" t="t" r="r" b="b"/>
            <a:pathLst>
              <a:path w="115539" h="11157" extrusionOk="0">
                <a:moveTo>
                  <a:pt x="0" y="0"/>
                </a:moveTo>
                <a:lnTo>
                  <a:pt x="115538" y="0"/>
                </a:lnTo>
                <a:lnTo>
                  <a:pt x="115538" y="11156"/>
                </a:lnTo>
                <a:lnTo>
                  <a:pt x="0" y="11156"/>
                </a:lnTo>
                <a:close/>
              </a:path>
            </a:pathLst>
          </a:custGeom>
          <a:solidFill>
            <a:srgbClr val="FFFFFF">
              <a:alpha val="18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20"/>
          <p:cNvSpPr/>
          <p:nvPr/>
        </p:nvSpPr>
        <p:spPr>
          <a:xfrm>
            <a:off x="-905" y="3584623"/>
            <a:ext cx="417216" cy="384864"/>
          </a:xfrm>
          <a:custGeom>
            <a:avLst/>
            <a:gdLst/>
            <a:ahLst/>
            <a:cxnLst/>
            <a:rect l="l" t="t" r="r" b="b"/>
            <a:pathLst>
              <a:path w="13038" h="12027" extrusionOk="0">
                <a:moveTo>
                  <a:pt x="0" y="1"/>
                </a:moveTo>
                <a:lnTo>
                  <a:pt x="13037" y="1"/>
                </a:lnTo>
                <a:lnTo>
                  <a:pt x="13037" y="12026"/>
                </a:lnTo>
                <a:lnTo>
                  <a:pt x="0" y="12026"/>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20"/>
          <p:cNvSpPr/>
          <p:nvPr/>
        </p:nvSpPr>
        <p:spPr>
          <a:xfrm>
            <a:off x="8017591" y="1161103"/>
            <a:ext cx="1125504" cy="384832"/>
          </a:xfrm>
          <a:custGeom>
            <a:avLst/>
            <a:gdLst/>
            <a:ahLst/>
            <a:cxnLst/>
            <a:rect l="l" t="t" r="r" b="b"/>
            <a:pathLst>
              <a:path w="35172" h="12026" extrusionOk="0">
                <a:moveTo>
                  <a:pt x="1" y="0"/>
                </a:moveTo>
                <a:lnTo>
                  <a:pt x="35172" y="0"/>
                </a:lnTo>
                <a:lnTo>
                  <a:pt x="35172" y="12026"/>
                </a:lnTo>
                <a:lnTo>
                  <a:pt x="1" y="12026"/>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20"/>
          <p:cNvSpPr txBox="1">
            <a:spLocks noGrp="1"/>
          </p:cNvSpPr>
          <p:nvPr>
            <p:ph type="subTitle" idx="1"/>
          </p:nvPr>
        </p:nvSpPr>
        <p:spPr>
          <a:xfrm>
            <a:off x="5626675" y="1941426"/>
            <a:ext cx="2391600" cy="466200"/>
          </a:xfrm>
          <a:prstGeom prst="rect">
            <a:avLst/>
          </a:prstGeom>
        </p:spPr>
        <p:txBody>
          <a:bodyPr spcFirstLastPara="1" wrap="square" lIns="91425" tIns="0" rIns="91425" bIns="91425" anchor="t" anchorCtr="0">
            <a:noAutofit/>
          </a:bodyPr>
          <a:lstStyle>
            <a:lvl1pPr lvl="0" rtl="0">
              <a:lnSpc>
                <a:spcPct val="100000"/>
              </a:lnSpc>
              <a:spcBef>
                <a:spcPts val="0"/>
              </a:spcBef>
              <a:spcAft>
                <a:spcPts val="0"/>
              </a:spcAft>
              <a:buClr>
                <a:schemeClr val="dk1"/>
              </a:buClr>
              <a:buSzPts val="1400"/>
              <a:buNone/>
              <a:defRPr sz="1400">
                <a:solidFill>
                  <a:schemeClr val="dk1"/>
                </a:solidFill>
              </a:defRPr>
            </a:lvl1pPr>
            <a:lvl2pPr lvl="1" rtl="0">
              <a:lnSpc>
                <a:spcPct val="100000"/>
              </a:lnSpc>
              <a:spcBef>
                <a:spcPts val="0"/>
              </a:spcBef>
              <a:spcAft>
                <a:spcPts val="0"/>
              </a:spcAft>
              <a:buClr>
                <a:schemeClr val="dk1"/>
              </a:buClr>
              <a:buSzPts val="1500"/>
              <a:buNone/>
              <a:defRPr sz="1500">
                <a:solidFill>
                  <a:schemeClr val="dk1"/>
                </a:solidFill>
              </a:defRPr>
            </a:lvl2pPr>
            <a:lvl3pPr lvl="2" rtl="0">
              <a:lnSpc>
                <a:spcPct val="100000"/>
              </a:lnSpc>
              <a:spcBef>
                <a:spcPts val="0"/>
              </a:spcBef>
              <a:spcAft>
                <a:spcPts val="0"/>
              </a:spcAft>
              <a:buClr>
                <a:schemeClr val="dk1"/>
              </a:buClr>
              <a:buSzPts val="1500"/>
              <a:buNone/>
              <a:defRPr sz="1500">
                <a:solidFill>
                  <a:schemeClr val="dk1"/>
                </a:solidFill>
              </a:defRPr>
            </a:lvl3pPr>
            <a:lvl4pPr lvl="3" rtl="0">
              <a:lnSpc>
                <a:spcPct val="100000"/>
              </a:lnSpc>
              <a:spcBef>
                <a:spcPts val="0"/>
              </a:spcBef>
              <a:spcAft>
                <a:spcPts val="0"/>
              </a:spcAft>
              <a:buClr>
                <a:schemeClr val="dk1"/>
              </a:buClr>
              <a:buSzPts val="1500"/>
              <a:buNone/>
              <a:defRPr sz="1500">
                <a:solidFill>
                  <a:schemeClr val="dk1"/>
                </a:solidFill>
              </a:defRPr>
            </a:lvl4pPr>
            <a:lvl5pPr lvl="4" rtl="0">
              <a:lnSpc>
                <a:spcPct val="100000"/>
              </a:lnSpc>
              <a:spcBef>
                <a:spcPts val="0"/>
              </a:spcBef>
              <a:spcAft>
                <a:spcPts val="0"/>
              </a:spcAft>
              <a:buClr>
                <a:schemeClr val="dk1"/>
              </a:buClr>
              <a:buSzPts val="1500"/>
              <a:buNone/>
              <a:defRPr sz="1500">
                <a:solidFill>
                  <a:schemeClr val="dk1"/>
                </a:solidFill>
              </a:defRPr>
            </a:lvl5pPr>
            <a:lvl6pPr lvl="5" rtl="0">
              <a:lnSpc>
                <a:spcPct val="100000"/>
              </a:lnSpc>
              <a:spcBef>
                <a:spcPts val="0"/>
              </a:spcBef>
              <a:spcAft>
                <a:spcPts val="0"/>
              </a:spcAft>
              <a:buClr>
                <a:schemeClr val="dk1"/>
              </a:buClr>
              <a:buSzPts val="1500"/>
              <a:buNone/>
              <a:defRPr sz="1500">
                <a:solidFill>
                  <a:schemeClr val="dk1"/>
                </a:solidFill>
              </a:defRPr>
            </a:lvl6pPr>
            <a:lvl7pPr lvl="6" rtl="0">
              <a:lnSpc>
                <a:spcPct val="100000"/>
              </a:lnSpc>
              <a:spcBef>
                <a:spcPts val="0"/>
              </a:spcBef>
              <a:spcAft>
                <a:spcPts val="0"/>
              </a:spcAft>
              <a:buClr>
                <a:schemeClr val="dk1"/>
              </a:buClr>
              <a:buSzPts val="1500"/>
              <a:buNone/>
              <a:defRPr sz="1500">
                <a:solidFill>
                  <a:schemeClr val="dk1"/>
                </a:solidFill>
              </a:defRPr>
            </a:lvl7pPr>
            <a:lvl8pPr lvl="7" rtl="0">
              <a:lnSpc>
                <a:spcPct val="100000"/>
              </a:lnSpc>
              <a:spcBef>
                <a:spcPts val="0"/>
              </a:spcBef>
              <a:spcAft>
                <a:spcPts val="0"/>
              </a:spcAft>
              <a:buClr>
                <a:schemeClr val="dk1"/>
              </a:buClr>
              <a:buSzPts val="1500"/>
              <a:buNone/>
              <a:defRPr sz="1500">
                <a:solidFill>
                  <a:schemeClr val="dk1"/>
                </a:solidFill>
              </a:defRPr>
            </a:lvl8pPr>
            <a:lvl9pPr lvl="8" rtl="0">
              <a:lnSpc>
                <a:spcPct val="100000"/>
              </a:lnSpc>
              <a:spcBef>
                <a:spcPts val="0"/>
              </a:spcBef>
              <a:spcAft>
                <a:spcPts val="0"/>
              </a:spcAft>
              <a:buClr>
                <a:schemeClr val="dk1"/>
              </a:buClr>
              <a:buSzPts val="1500"/>
              <a:buNone/>
              <a:defRPr sz="1500">
                <a:solidFill>
                  <a:schemeClr val="dk1"/>
                </a:solidFill>
              </a:defRPr>
            </a:lvl9pPr>
          </a:lstStyle>
          <a:p>
            <a:endParaRPr/>
          </a:p>
        </p:txBody>
      </p:sp>
      <p:sp>
        <p:nvSpPr>
          <p:cNvPr id="281" name="Google Shape;281;p20"/>
          <p:cNvSpPr txBox="1">
            <a:spLocks noGrp="1"/>
          </p:cNvSpPr>
          <p:nvPr>
            <p:ph type="subTitle" idx="2"/>
          </p:nvPr>
        </p:nvSpPr>
        <p:spPr>
          <a:xfrm>
            <a:off x="1129300" y="3151101"/>
            <a:ext cx="2391600" cy="468300"/>
          </a:xfrm>
          <a:prstGeom prst="rect">
            <a:avLst/>
          </a:prstGeom>
        </p:spPr>
        <p:txBody>
          <a:bodyPr spcFirstLastPara="1" wrap="square" lIns="91425" tIns="0" rIns="91425" bIns="91425" anchor="t" anchorCtr="0">
            <a:noAutofit/>
          </a:bodyPr>
          <a:lstStyle>
            <a:lvl1pPr lvl="0" algn="r" rtl="0">
              <a:lnSpc>
                <a:spcPct val="100000"/>
              </a:lnSpc>
              <a:spcBef>
                <a:spcPts val="0"/>
              </a:spcBef>
              <a:spcAft>
                <a:spcPts val="0"/>
              </a:spcAft>
              <a:buSzPts val="1500"/>
              <a:buNone/>
              <a:defRPr sz="1400"/>
            </a:lvl1pPr>
            <a:lvl2pPr lvl="1" algn="r" rtl="0">
              <a:lnSpc>
                <a:spcPct val="100000"/>
              </a:lnSpc>
              <a:spcBef>
                <a:spcPts val="0"/>
              </a:spcBef>
              <a:spcAft>
                <a:spcPts val="0"/>
              </a:spcAft>
              <a:buSzPts val="1500"/>
              <a:buNone/>
              <a:defRPr sz="1500"/>
            </a:lvl2pPr>
            <a:lvl3pPr lvl="2" algn="r" rtl="0">
              <a:lnSpc>
                <a:spcPct val="100000"/>
              </a:lnSpc>
              <a:spcBef>
                <a:spcPts val="0"/>
              </a:spcBef>
              <a:spcAft>
                <a:spcPts val="0"/>
              </a:spcAft>
              <a:buSzPts val="1500"/>
              <a:buNone/>
              <a:defRPr sz="1500"/>
            </a:lvl3pPr>
            <a:lvl4pPr lvl="3" algn="r" rtl="0">
              <a:lnSpc>
                <a:spcPct val="100000"/>
              </a:lnSpc>
              <a:spcBef>
                <a:spcPts val="0"/>
              </a:spcBef>
              <a:spcAft>
                <a:spcPts val="0"/>
              </a:spcAft>
              <a:buSzPts val="1500"/>
              <a:buNone/>
              <a:defRPr sz="1500"/>
            </a:lvl4pPr>
            <a:lvl5pPr lvl="4" algn="r" rtl="0">
              <a:lnSpc>
                <a:spcPct val="100000"/>
              </a:lnSpc>
              <a:spcBef>
                <a:spcPts val="0"/>
              </a:spcBef>
              <a:spcAft>
                <a:spcPts val="0"/>
              </a:spcAft>
              <a:buSzPts val="1500"/>
              <a:buNone/>
              <a:defRPr sz="1500"/>
            </a:lvl5pPr>
            <a:lvl6pPr lvl="5" algn="r" rtl="0">
              <a:lnSpc>
                <a:spcPct val="100000"/>
              </a:lnSpc>
              <a:spcBef>
                <a:spcPts val="0"/>
              </a:spcBef>
              <a:spcAft>
                <a:spcPts val="0"/>
              </a:spcAft>
              <a:buSzPts val="1500"/>
              <a:buNone/>
              <a:defRPr sz="1500"/>
            </a:lvl6pPr>
            <a:lvl7pPr lvl="6" algn="r" rtl="0">
              <a:lnSpc>
                <a:spcPct val="100000"/>
              </a:lnSpc>
              <a:spcBef>
                <a:spcPts val="0"/>
              </a:spcBef>
              <a:spcAft>
                <a:spcPts val="0"/>
              </a:spcAft>
              <a:buSzPts val="1500"/>
              <a:buNone/>
              <a:defRPr sz="1500"/>
            </a:lvl7pPr>
            <a:lvl8pPr lvl="7" algn="r" rtl="0">
              <a:lnSpc>
                <a:spcPct val="100000"/>
              </a:lnSpc>
              <a:spcBef>
                <a:spcPts val="0"/>
              </a:spcBef>
              <a:spcAft>
                <a:spcPts val="0"/>
              </a:spcAft>
              <a:buSzPts val="1500"/>
              <a:buNone/>
              <a:defRPr sz="1500"/>
            </a:lvl8pPr>
            <a:lvl9pPr lvl="8" algn="r" rtl="0">
              <a:lnSpc>
                <a:spcPct val="100000"/>
              </a:lnSpc>
              <a:spcBef>
                <a:spcPts val="0"/>
              </a:spcBef>
              <a:spcAft>
                <a:spcPts val="0"/>
              </a:spcAft>
              <a:buSzPts val="1500"/>
              <a:buNone/>
              <a:defRPr sz="1500"/>
            </a:lvl9pPr>
          </a:lstStyle>
          <a:p>
            <a:endParaRPr/>
          </a:p>
        </p:txBody>
      </p:sp>
      <p:sp>
        <p:nvSpPr>
          <p:cNvPr id="282" name="Google Shape;282;p20"/>
          <p:cNvSpPr txBox="1">
            <a:spLocks noGrp="1"/>
          </p:cNvSpPr>
          <p:nvPr>
            <p:ph type="title"/>
          </p:nvPr>
        </p:nvSpPr>
        <p:spPr>
          <a:xfrm>
            <a:off x="1125100" y="2794025"/>
            <a:ext cx="2395800" cy="263400"/>
          </a:xfrm>
          <a:prstGeom prst="rect">
            <a:avLst/>
          </a:prstGeom>
        </p:spPr>
        <p:txBody>
          <a:bodyPr spcFirstLastPara="1" wrap="square" lIns="91425" tIns="0" rIns="91425" bIns="0" anchor="ctr" anchorCtr="0">
            <a:noAutofit/>
          </a:bodyPr>
          <a:lstStyle>
            <a:lvl1pPr lvl="0" algn="r" rtl="0">
              <a:lnSpc>
                <a:spcPct val="100000"/>
              </a:lnSpc>
              <a:spcBef>
                <a:spcPts val="0"/>
              </a:spcBef>
              <a:spcAft>
                <a:spcPts val="0"/>
              </a:spcAft>
              <a:buSzPts val="2200"/>
              <a:buNone/>
              <a:defRPr sz="2200"/>
            </a:lvl1pPr>
            <a:lvl2pPr lvl="1" algn="r" rtl="0">
              <a:lnSpc>
                <a:spcPct val="100000"/>
              </a:lnSpc>
              <a:spcBef>
                <a:spcPts val="0"/>
              </a:spcBef>
              <a:spcAft>
                <a:spcPts val="0"/>
              </a:spcAft>
              <a:buSzPts val="4800"/>
              <a:buNone/>
              <a:defRPr sz="4800"/>
            </a:lvl2pPr>
            <a:lvl3pPr lvl="2" algn="r" rtl="0">
              <a:lnSpc>
                <a:spcPct val="100000"/>
              </a:lnSpc>
              <a:spcBef>
                <a:spcPts val="0"/>
              </a:spcBef>
              <a:spcAft>
                <a:spcPts val="0"/>
              </a:spcAft>
              <a:buSzPts val="4800"/>
              <a:buNone/>
              <a:defRPr sz="4800"/>
            </a:lvl3pPr>
            <a:lvl4pPr lvl="3" algn="r" rtl="0">
              <a:lnSpc>
                <a:spcPct val="100000"/>
              </a:lnSpc>
              <a:spcBef>
                <a:spcPts val="0"/>
              </a:spcBef>
              <a:spcAft>
                <a:spcPts val="0"/>
              </a:spcAft>
              <a:buSzPts val="4800"/>
              <a:buNone/>
              <a:defRPr sz="4800"/>
            </a:lvl4pPr>
            <a:lvl5pPr lvl="4" algn="r" rtl="0">
              <a:lnSpc>
                <a:spcPct val="100000"/>
              </a:lnSpc>
              <a:spcBef>
                <a:spcPts val="0"/>
              </a:spcBef>
              <a:spcAft>
                <a:spcPts val="0"/>
              </a:spcAft>
              <a:buSzPts val="4800"/>
              <a:buNone/>
              <a:defRPr sz="4800"/>
            </a:lvl5pPr>
            <a:lvl6pPr lvl="5" algn="r" rtl="0">
              <a:lnSpc>
                <a:spcPct val="100000"/>
              </a:lnSpc>
              <a:spcBef>
                <a:spcPts val="0"/>
              </a:spcBef>
              <a:spcAft>
                <a:spcPts val="0"/>
              </a:spcAft>
              <a:buSzPts val="4800"/>
              <a:buNone/>
              <a:defRPr sz="4800"/>
            </a:lvl6pPr>
            <a:lvl7pPr lvl="6" algn="r" rtl="0">
              <a:lnSpc>
                <a:spcPct val="100000"/>
              </a:lnSpc>
              <a:spcBef>
                <a:spcPts val="0"/>
              </a:spcBef>
              <a:spcAft>
                <a:spcPts val="0"/>
              </a:spcAft>
              <a:buSzPts val="4800"/>
              <a:buNone/>
              <a:defRPr sz="4800"/>
            </a:lvl7pPr>
            <a:lvl8pPr lvl="7" algn="r" rtl="0">
              <a:lnSpc>
                <a:spcPct val="100000"/>
              </a:lnSpc>
              <a:spcBef>
                <a:spcPts val="0"/>
              </a:spcBef>
              <a:spcAft>
                <a:spcPts val="0"/>
              </a:spcAft>
              <a:buSzPts val="4800"/>
              <a:buNone/>
              <a:defRPr sz="4800"/>
            </a:lvl8pPr>
            <a:lvl9pPr lvl="8" algn="r" rtl="0">
              <a:lnSpc>
                <a:spcPct val="100000"/>
              </a:lnSpc>
              <a:spcBef>
                <a:spcPts val="0"/>
              </a:spcBef>
              <a:spcAft>
                <a:spcPts val="0"/>
              </a:spcAft>
              <a:buSzPts val="4800"/>
              <a:buNone/>
              <a:defRPr sz="4800"/>
            </a:lvl9pPr>
          </a:lstStyle>
          <a:p>
            <a:endParaRPr/>
          </a:p>
        </p:txBody>
      </p:sp>
      <p:sp>
        <p:nvSpPr>
          <p:cNvPr id="283" name="Google Shape;283;p20"/>
          <p:cNvSpPr txBox="1">
            <a:spLocks noGrp="1"/>
          </p:cNvSpPr>
          <p:nvPr>
            <p:ph type="title" idx="3"/>
          </p:nvPr>
        </p:nvSpPr>
        <p:spPr>
          <a:xfrm>
            <a:off x="5626675" y="1582550"/>
            <a:ext cx="2395800" cy="265200"/>
          </a:xfrm>
          <a:prstGeom prst="rect">
            <a:avLst/>
          </a:prstGeom>
        </p:spPr>
        <p:txBody>
          <a:bodyPr spcFirstLastPara="1" wrap="square" lIns="91425" tIns="0" rIns="91425" bIns="0" anchor="ctr" anchorCtr="0">
            <a:noAutofit/>
          </a:bodyPr>
          <a:lstStyle>
            <a:lvl1pPr lvl="0" rtl="0">
              <a:lnSpc>
                <a:spcPct val="100000"/>
              </a:lnSpc>
              <a:spcBef>
                <a:spcPts val="0"/>
              </a:spcBef>
              <a:spcAft>
                <a:spcPts val="0"/>
              </a:spcAft>
              <a:buClr>
                <a:schemeClr val="dk1"/>
              </a:buClr>
              <a:buSzPts val="2200"/>
              <a:buNone/>
              <a:defRPr sz="2200">
                <a:solidFill>
                  <a:schemeClr val="dk1"/>
                </a:solidFill>
              </a:defRPr>
            </a:lvl1pPr>
            <a:lvl2pPr lvl="1" rtl="0">
              <a:lnSpc>
                <a:spcPct val="100000"/>
              </a:lnSpc>
              <a:spcBef>
                <a:spcPts val="0"/>
              </a:spcBef>
              <a:spcAft>
                <a:spcPts val="0"/>
              </a:spcAft>
              <a:buSzPts val="4800"/>
              <a:buNone/>
              <a:defRPr sz="4800"/>
            </a:lvl2pPr>
            <a:lvl3pPr lvl="2" rtl="0">
              <a:lnSpc>
                <a:spcPct val="100000"/>
              </a:lnSpc>
              <a:spcBef>
                <a:spcPts val="0"/>
              </a:spcBef>
              <a:spcAft>
                <a:spcPts val="0"/>
              </a:spcAft>
              <a:buSzPts val="4800"/>
              <a:buNone/>
              <a:defRPr sz="4800"/>
            </a:lvl3pPr>
            <a:lvl4pPr lvl="3" rtl="0">
              <a:lnSpc>
                <a:spcPct val="100000"/>
              </a:lnSpc>
              <a:spcBef>
                <a:spcPts val="0"/>
              </a:spcBef>
              <a:spcAft>
                <a:spcPts val="0"/>
              </a:spcAft>
              <a:buSzPts val="4800"/>
              <a:buNone/>
              <a:defRPr sz="4800"/>
            </a:lvl4pPr>
            <a:lvl5pPr lvl="4" rtl="0">
              <a:lnSpc>
                <a:spcPct val="100000"/>
              </a:lnSpc>
              <a:spcBef>
                <a:spcPts val="0"/>
              </a:spcBef>
              <a:spcAft>
                <a:spcPts val="0"/>
              </a:spcAft>
              <a:buSzPts val="4800"/>
              <a:buNone/>
              <a:defRPr sz="4800"/>
            </a:lvl5pPr>
            <a:lvl6pPr lvl="5" rtl="0">
              <a:lnSpc>
                <a:spcPct val="100000"/>
              </a:lnSpc>
              <a:spcBef>
                <a:spcPts val="0"/>
              </a:spcBef>
              <a:spcAft>
                <a:spcPts val="0"/>
              </a:spcAft>
              <a:buSzPts val="4800"/>
              <a:buNone/>
              <a:defRPr sz="4800"/>
            </a:lvl6pPr>
            <a:lvl7pPr lvl="6" rtl="0">
              <a:lnSpc>
                <a:spcPct val="100000"/>
              </a:lnSpc>
              <a:spcBef>
                <a:spcPts val="0"/>
              </a:spcBef>
              <a:spcAft>
                <a:spcPts val="0"/>
              </a:spcAft>
              <a:buSzPts val="4800"/>
              <a:buNone/>
              <a:defRPr sz="4800"/>
            </a:lvl7pPr>
            <a:lvl8pPr lvl="7" rtl="0">
              <a:lnSpc>
                <a:spcPct val="100000"/>
              </a:lnSpc>
              <a:spcBef>
                <a:spcPts val="0"/>
              </a:spcBef>
              <a:spcAft>
                <a:spcPts val="0"/>
              </a:spcAft>
              <a:buSzPts val="4800"/>
              <a:buNone/>
              <a:defRPr sz="4800"/>
            </a:lvl8pPr>
            <a:lvl9pPr lvl="8" rtl="0">
              <a:lnSpc>
                <a:spcPct val="100000"/>
              </a:lnSpc>
              <a:spcBef>
                <a:spcPts val="0"/>
              </a:spcBef>
              <a:spcAft>
                <a:spcPts val="0"/>
              </a:spcAft>
              <a:buSzPts val="4800"/>
              <a:buNone/>
              <a:defRPr sz="4800"/>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2800"/>
              <a:buFont typeface="Overpass Mono"/>
              <a:buNone/>
              <a:defRPr sz="2800" b="1">
                <a:solidFill>
                  <a:schemeClr val="lt1"/>
                </a:solidFill>
                <a:latin typeface="Overpass Mono"/>
                <a:ea typeface="Overpass Mono"/>
                <a:cs typeface="Overpass Mono"/>
                <a:sym typeface="Overpass Mono"/>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lt1"/>
              </a:buClr>
              <a:buSzPts val="1800"/>
              <a:buFont typeface="Anaheim"/>
              <a:buChar char="●"/>
              <a:defRPr sz="1800">
                <a:solidFill>
                  <a:schemeClr val="lt1"/>
                </a:solidFill>
                <a:latin typeface="Anaheim"/>
                <a:ea typeface="Anaheim"/>
                <a:cs typeface="Anaheim"/>
                <a:sym typeface="Anaheim"/>
              </a:defRPr>
            </a:lvl1pPr>
            <a:lvl2pPr marL="914400" lvl="1" indent="-317500">
              <a:lnSpc>
                <a:spcPct val="115000"/>
              </a:lnSpc>
              <a:spcBef>
                <a:spcPts val="1600"/>
              </a:spcBef>
              <a:spcAft>
                <a:spcPts val="0"/>
              </a:spcAft>
              <a:buClr>
                <a:schemeClr val="lt1"/>
              </a:buClr>
              <a:buSzPts val="1400"/>
              <a:buFont typeface="Anaheim"/>
              <a:buChar char="○"/>
              <a:defRPr>
                <a:solidFill>
                  <a:schemeClr val="lt1"/>
                </a:solidFill>
                <a:latin typeface="Anaheim"/>
                <a:ea typeface="Anaheim"/>
                <a:cs typeface="Anaheim"/>
                <a:sym typeface="Anaheim"/>
              </a:defRPr>
            </a:lvl2pPr>
            <a:lvl3pPr marL="1371600" lvl="2" indent="-317500">
              <a:lnSpc>
                <a:spcPct val="115000"/>
              </a:lnSpc>
              <a:spcBef>
                <a:spcPts val="1600"/>
              </a:spcBef>
              <a:spcAft>
                <a:spcPts val="0"/>
              </a:spcAft>
              <a:buClr>
                <a:schemeClr val="lt1"/>
              </a:buClr>
              <a:buSzPts val="1400"/>
              <a:buFont typeface="Anaheim"/>
              <a:buChar char="■"/>
              <a:defRPr>
                <a:solidFill>
                  <a:schemeClr val="lt1"/>
                </a:solidFill>
                <a:latin typeface="Anaheim"/>
                <a:ea typeface="Anaheim"/>
                <a:cs typeface="Anaheim"/>
                <a:sym typeface="Anaheim"/>
              </a:defRPr>
            </a:lvl3pPr>
            <a:lvl4pPr marL="1828800" lvl="3" indent="-317500">
              <a:lnSpc>
                <a:spcPct val="115000"/>
              </a:lnSpc>
              <a:spcBef>
                <a:spcPts val="1600"/>
              </a:spcBef>
              <a:spcAft>
                <a:spcPts val="0"/>
              </a:spcAft>
              <a:buClr>
                <a:schemeClr val="lt1"/>
              </a:buClr>
              <a:buSzPts val="1400"/>
              <a:buFont typeface="Anaheim"/>
              <a:buChar char="●"/>
              <a:defRPr>
                <a:solidFill>
                  <a:schemeClr val="lt1"/>
                </a:solidFill>
                <a:latin typeface="Anaheim"/>
                <a:ea typeface="Anaheim"/>
                <a:cs typeface="Anaheim"/>
                <a:sym typeface="Anaheim"/>
              </a:defRPr>
            </a:lvl4pPr>
            <a:lvl5pPr marL="2286000" lvl="4" indent="-317500">
              <a:lnSpc>
                <a:spcPct val="115000"/>
              </a:lnSpc>
              <a:spcBef>
                <a:spcPts val="1600"/>
              </a:spcBef>
              <a:spcAft>
                <a:spcPts val="0"/>
              </a:spcAft>
              <a:buClr>
                <a:schemeClr val="lt1"/>
              </a:buClr>
              <a:buSzPts val="1400"/>
              <a:buFont typeface="Anaheim"/>
              <a:buChar char="○"/>
              <a:defRPr>
                <a:solidFill>
                  <a:schemeClr val="lt1"/>
                </a:solidFill>
                <a:latin typeface="Anaheim"/>
                <a:ea typeface="Anaheim"/>
                <a:cs typeface="Anaheim"/>
                <a:sym typeface="Anaheim"/>
              </a:defRPr>
            </a:lvl5pPr>
            <a:lvl6pPr marL="2743200" lvl="5" indent="-317500">
              <a:lnSpc>
                <a:spcPct val="115000"/>
              </a:lnSpc>
              <a:spcBef>
                <a:spcPts val="1600"/>
              </a:spcBef>
              <a:spcAft>
                <a:spcPts val="0"/>
              </a:spcAft>
              <a:buClr>
                <a:schemeClr val="lt1"/>
              </a:buClr>
              <a:buSzPts val="1400"/>
              <a:buFont typeface="Anaheim"/>
              <a:buChar char="■"/>
              <a:defRPr>
                <a:solidFill>
                  <a:schemeClr val="lt1"/>
                </a:solidFill>
                <a:latin typeface="Anaheim"/>
                <a:ea typeface="Anaheim"/>
                <a:cs typeface="Anaheim"/>
                <a:sym typeface="Anaheim"/>
              </a:defRPr>
            </a:lvl6pPr>
            <a:lvl7pPr marL="3200400" lvl="6" indent="-317500">
              <a:lnSpc>
                <a:spcPct val="115000"/>
              </a:lnSpc>
              <a:spcBef>
                <a:spcPts val="1600"/>
              </a:spcBef>
              <a:spcAft>
                <a:spcPts val="0"/>
              </a:spcAft>
              <a:buClr>
                <a:schemeClr val="lt1"/>
              </a:buClr>
              <a:buSzPts val="1400"/>
              <a:buFont typeface="Anaheim"/>
              <a:buChar char="●"/>
              <a:defRPr>
                <a:solidFill>
                  <a:schemeClr val="lt1"/>
                </a:solidFill>
                <a:latin typeface="Anaheim"/>
                <a:ea typeface="Anaheim"/>
                <a:cs typeface="Anaheim"/>
                <a:sym typeface="Anaheim"/>
              </a:defRPr>
            </a:lvl7pPr>
            <a:lvl8pPr marL="3657600" lvl="7" indent="-317500">
              <a:lnSpc>
                <a:spcPct val="115000"/>
              </a:lnSpc>
              <a:spcBef>
                <a:spcPts val="1600"/>
              </a:spcBef>
              <a:spcAft>
                <a:spcPts val="0"/>
              </a:spcAft>
              <a:buClr>
                <a:schemeClr val="lt1"/>
              </a:buClr>
              <a:buSzPts val="1400"/>
              <a:buFont typeface="Anaheim"/>
              <a:buChar char="○"/>
              <a:defRPr>
                <a:solidFill>
                  <a:schemeClr val="lt1"/>
                </a:solidFill>
                <a:latin typeface="Anaheim"/>
                <a:ea typeface="Anaheim"/>
                <a:cs typeface="Anaheim"/>
                <a:sym typeface="Anaheim"/>
              </a:defRPr>
            </a:lvl8pPr>
            <a:lvl9pPr marL="4114800" lvl="8" indent="-317500">
              <a:lnSpc>
                <a:spcPct val="115000"/>
              </a:lnSpc>
              <a:spcBef>
                <a:spcPts val="1600"/>
              </a:spcBef>
              <a:spcAft>
                <a:spcPts val="1600"/>
              </a:spcAft>
              <a:buClr>
                <a:schemeClr val="lt1"/>
              </a:buClr>
              <a:buSzPts val="1400"/>
              <a:buFont typeface="Anaheim"/>
              <a:buChar char="■"/>
              <a:defRPr>
                <a:solidFill>
                  <a:schemeClr val="lt1"/>
                </a:solidFill>
                <a:latin typeface="Anaheim"/>
                <a:ea typeface="Anaheim"/>
                <a:cs typeface="Anaheim"/>
                <a:sym typeface="Anaheim"/>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3" r:id="rId4"/>
    <p:sldLayoutId id="2147483654" r:id="rId5"/>
    <p:sldLayoutId id="2147483657" r:id="rId6"/>
    <p:sldLayoutId id="2147483659" r:id="rId7"/>
    <p:sldLayoutId id="2147483661" r:id="rId8"/>
    <p:sldLayoutId id="2147483665" r:id="rId9"/>
    <p:sldLayoutId id="2147483666"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454">
          <p15:clr>
            <a:srgbClr val="EA4335"/>
          </p15:clr>
        </p15:guide>
        <p15:guide id="2" pos="5306">
          <p15:clr>
            <a:srgbClr val="EA4335"/>
          </p15:clr>
        </p15:guide>
        <p15:guide id="3" orient="horz" pos="340">
          <p15:clr>
            <a:srgbClr val="EA4335"/>
          </p15:clr>
        </p15:guide>
        <p15:guide id="4" orient="horz" pos="2898">
          <p15:clr>
            <a:srgbClr val="EA4335"/>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hyperlink" Target="https://www.freepik.com/free-photo/cheerful-woman-writing-documents_1372780.htm" TargetMode="External"/><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hyperlink" Target="https://www.freepik.com/free-photo/hacking-concept_4474795.htm/?utm_source=slidesgo_template&amp;utm_medium=referral-link&amp;utm_campaign=sg_resources&amp;utm_content=freepik"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27"/>
          <p:cNvSpPr txBox="1">
            <a:spLocks noGrp="1"/>
          </p:cNvSpPr>
          <p:nvPr>
            <p:ph type="ctrTitle"/>
          </p:nvPr>
        </p:nvSpPr>
        <p:spPr>
          <a:xfrm>
            <a:off x="718575" y="1369045"/>
            <a:ext cx="8520600" cy="1910400"/>
          </a:xfrm>
          <a:prstGeom prst="rect">
            <a:avLst/>
          </a:prstGeom>
        </p:spPr>
        <p:txBody>
          <a:bodyPr spcFirstLastPara="1" wrap="square" lIns="91425" tIns="91425" rIns="91425" bIns="0" anchor="b" anchorCtr="0">
            <a:noAutofit/>
          </a:bodyPr>
          <a:lstStyle/>
          <a:p>
            <a:pPr marL="0" lvl="0" indent="0" algn="l" rtl="0">
              <a:spcBef>
                <a:spcPts val="0"/>
              </a:spcBef>
              <a:spcAft>
                <a:spcPts val="0"/>
              </a:spcAft>
              <a:buNone/>
            </a:pPr>
            <a:r>
              <a:rPr lang="en" dirty="0"/>
              <a:t>SQL/</a:t>
            </a:r>
            <a:br>
              <a:rPr lang="en" dirty="0"/>
            </a:br>
            <a:r>
              <a:rPr lang="en" dirty="0"/>
              <a:t>MySQL</a:t>
            </a:r>
            <a:endParaRPr dirty="0"/>
          </a:p>
        </p:txBody>
      </p:sp>
      <p:sp>
        <p:nvSpPr>
          <p:cNvPr id="335" name="Google Shape;335;p27"/>
          <p:cNvSpPr txBox="1">
            <a:spLocks noGrp="1"/>
          </p:cNvSpPr>
          <p:nvPr>
            <p:ph type="subTitle" idx="1"/>
          </p:nvPr>
        </p:nvSpPr>
        <p:spPr>
          <a:xfrm>
            <a:off x="769050" y="3396100"/>
            <a:ext cx="8520600" cy="792600"/>
          </a:xfrm>
          <a:prstGeom prst="rect">
            <a:avLst/>
          </a:prstGeom>
        </p:spPr>
        <p:txBody>
          <a:bodyPr spcFirstLastPara="1" wrap="square" lIns="91425" tIns="0" rIns="91425" bIns="91425" anchor="t" anchorCtr="0">
            <a:noAutofit/>
          </a:bodyPr>
          <a:lstStyle/>
          <a:p>
            <a:pPr marL="0" lvl="0" indent="0"/>
            <a:r>
              <a:rPr lang="en" dirty="0">
                <a:solidFill>
                  <a:schemeClr val="dk2"/>
                </a:solidFill>
              </a:rPr>
              <a:t>Gestión y manipulación de bases de datos.</a:t>
            </a:r>
            <a:endParaRPr sz="2100" dirty="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29"/>
          <p:cNvSpPr txBox="1">
            <a:spLocks noGrp="1"/>
          </p:cNvSpPr>
          <p:nvPr>
            <p:ph type="title" idx="5"/>
          </p:nvPr>
        </p:nvSpPr>
        <p:spPr>
          <a:xfrm>
            <a:off x="1278000" y="342000"/>
            <a:ext cx="6588000" cy="669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CONTENIDO</a:t>
            </a:r>
            <a:endParaRPr dirty="0"/>
          </a:p>
        </p:txBody>
      </p:sp>
      <p:sp>
        <p:nvSpPr>
          <p:cNvPr id="348" name="Google Shape;348;p29"/>
          <p:cNvSpPr txBox="1">
            <a:spLocks noGrp="1"/>
          </p:cNvSpPr>
          <p:nvPr>
            <p:ph type="ctrTitle"/>
          </p:nvPr>
        </p:nvSpPr>
        <p:spPr>
          <a:xfrm flipH="1">
            <a:off x="2189800" y="1848349"/>
            <a:ext cx="2163900" cy="240900"/>
          </a:xfrm>
          <a:prstGeom prst="rect">
            <a:avLst/>
          </a:prstGeom>
        </p:spPr>
        <p:txBody>
          <a:bodyPr spcFirstLastPara="1" wrap="square" lIns="91425" tIns="0" rIns="91425" bIns="0" anchor="b" anchorCtr="0">
            <a:noAutofit/>
          </a:bodyPr>
          <a:lstStyle/>
          <a:p>
            <a:pPr marL="0" lvl="0" indent="0" algn="l" rtl="0">
              <a:spcBef>
                <a:spcPts val="0"/>
              </a:spcBef>
              <a:spcAft>
                <a:spcPts val="0"/>
              </a:spcAft>
              <a:buNone/>
            </a:pPr>
            <a:r>
              <a:rPr lang="en" sz="3500" b="1" dirty="0"/>
              <a:t>01</a:t>
            </a:r>
            <a:endParaRPr sz="3500" b="1" dirty="0"/>
          </a:p>
        </p:txBody>
      </p:sp>
      <p:sp>
        <p:nvSpPr>
          <p:cNvPr id="349" name="Google Shape;349;p29"/>
          <p:cNvSpPr txBox="1">
            <a:spLocks noGrp="1"/>
          </p:cNvSpPr>
          <p:nvPr>
            <p:ph type="subTitle" idx="1"/>
          </p:nvPr>
        </p:nvSpPr>
        <p:spPr>
          <a:xfrm flipH="1">
            <a:off x="2189801" y="2162325"/>
            <a:ext cx="2163900" cy="426600"/>
          </a:xfrm>
          <a:prstGeom prst="rect">
            <a:avLst/>
          </a:prstGeom>
        </p:spPr>
        <p:txBody>
          <a:bodyPr spcFirstLastPara="1" wrap="square" lIns="91425" tIns="0" rIns="91425" bIns="0" anchor="t" anchorCtr="0">
            <a:noAutofit/>
          </a:bodyPr>
          <a:lstStyle/>
          <a:p>
            <a:pPr marL="0" lvl="0" indent="0" algn="l" rtl="0">
              <a:spcBef>
                <a:spcPts val="0"/>
              </a:spcBef>
              <a:spcAft>
                <a:spcPts val="0"/>
              </a:spcAft>
              <a:buNone/>
            </a:pPr>
            <a:r>
              <a:rPr lang="en" sz="2200" b="1" dirty="0">
                <a:latin typeface="Overpass Mono"/>
                <a:ea typeface="Overpass Mono"/>
                <a:cs typeface="Overpass Mono"/>
                <a:sym typeface="Overpass Mono"/>
              </a:rPr>
              <a:t>Definición</a:t>
            </a:r>
            <a:endParaRPr sz="2200" b="1" dirty="0">
              <a:latin typeface="Overpass Mono"/>
              <a:ea typeface="Overpass Mono"/>
              <a:cs typeface="Overpass Mono"/>
              <a:sym typeface="Overpass Mono"/>
            </a:endParaRPr>
          </a:p>
        </p:txBody>
      </p:sp>
      <p:sp>
        <p:nvSpPr>
          <p:cNvPr id="350" name="Google Shape;350;p29"/>
          <p:cNvSpPr txBox="1">
            <a:spLocks noGrp="1"/>
          </p:cNvSpPr>
          <p:nvPr>
            <p:ph type="ctrTitle" idx="2"/>
          </p:nvPr>
        </p:nvSpPr>
        <p:spPr>
          <a:xfrm flipH="1">
            <a:off x="4811675" y="1848401"/>
            <a:ext cx="2163900" cy="240900"/>
          </a:xfrm>
          <a:prstGeom prst="rect">
            <a:avLst/>
          </a:prstGeom>
        </p:spPr>
        <p:txBody>
          <a:bodyPr spcFirstLastPara="1" wrap="square" lIns="91425" tIns="0" rIns="91425" bIns="0" anchor="b" anchorCtr="0">
            <a:noAutofit/>
          </a:bodyPr>
          <a:lstStyle/>
          <a:p>
            <a:pPr marL="0" lvl="0" indent="0" algn="r" rtl="0">
              <a:spcBef>
                <a:spcPts val="0"/>
              </a:spcBef>
              <a:spcAft>
                <a:spcPts val="0"/>
              </a:spcAft>
              <a:buNone/>
            </a:pPr>
            <a:r>
              <a:rPr lang="en" sz="3500" b="1" dirty="0"/>
              <a:t>02</a:t>
            </a:r>
            <a:endParaRPr sz="3500" b="1" dirty="0"/>
          </a:p>
        </p:txBody>
      </p:sp>
      <p:sp>
        <p:nvSpPr>
          <p:cNvPr id="351" name="Google Shape;351;p29"/>
          <p:cNvSpPr txBox="1">
            <a:spLocks noGrp="1"/>
          </p:cNvSpPr>
          <p:nvPr>
            <p:ph type="subTitle" idx="3"/>
          </p:nvPr>
        </p:nvSpPr>
        <p:spPr>
          <a:xfrm flipH="1">
            <a:off x="4811675" y="2163531"/>
            <a:ext cx="2612382" cy="426600"/>
          </a:xfrm>
          <a:prstGeom prst="rect">
            <a:avLst/>
          </a:prstGeom>
        </p:spPr>
        <p:txBody>
          <a:bodyPr spcFirstLastPara="1" wrap="square" lIns="91425" tIns="0" rIns="91425" bIns="0" anchor="t" anchorCtr="0">
            <a:noAutofit/>
          </a:bodyPr>
          <a:lstStyle/>
          <a:p>
            <a:pPr marL="0" lvl="0" indent="0" algn="r" rtl="0">
              <a:spcBef>
                <a:spcPts val="0"/>
              </a:spcBef>
              <a:spcAft>
                <a:spcPts val="0"/>
              </a:spcAft>
              <a:buNone/>
            </a:pPr>
            <a:r>
              <a:rPr lang="es-ES" sz="2200" b="1" dirty="0">
                <a:latin typeface="Overpass Mono"/>
                <a:ea typeface="Overpass Mono"/>
                <a:cs typeface="Overpass Mono"/>
                <a:sym typeface="Overpass Mono"/>
              </a:rPr>
              <a:t>Tipos de base de datos</a:t>
            </a:r>
          </a:p>
        </p:txBody>
      </p:sp>
      <p:sp>
        <p:nvSpPr>
          <p:cNvPr id="352" name="Google Shape;352;p29"/>
          <p:cNvSpPr txBox="1">
            <a:spLocks noGrp="1"/>
          </p:cNvSpPr>
          <p:nvPr>
            <p:ph type="ctrTitle" idx="6"/>
          </p:nvPr>
        </p:nvSpPr>
        <p:spPr>
          <a:xfrm flipH="1">
            <a:off x="2189800" y="3258286"/>
            <a:ext cx="2163900" cy="240900"/>
          </a:xfrm>
          <a:prstGeom prst="rect">
            <a:avLst/>
          </a:prstGeom>
        </p:spPr>
        <p:txBody>
          <a:bodyPr spcFirstLastPara="1" wrap="square" lIns="91425" tIns="0" rIns="91425" bIns="0" anchor="b" anchorCtr="0">
            <a:noAutofit/>
          </a:bodyPr>
          <a:lstStyle/>
          <a:p>
            <a:pPr marL="0" lvl="0" indent="0" algn="l" rtl="0">
              <a:spcBef>
                <a:spcPts val="0"/>
              </a:spcBef>
              <a:spcAft>
                <a:spcPts val="0"/>
              </a:spcAft>
              <a:buNone/>
            </a:pPr>
            <a:r>
              <a:rPr lang="en" dirty="0"/>
              <a:t>03</a:t>
            </a:r>
            <a:endParaRPr dirty="0"/>
          </a:p>
        </p:txBody>
      </p:sp>
      <p:sp>
        <p:nvSpPr>
          <p:cNvPr id="353" name="Google Shape;353;p29"/>
          <p:cNvSpPr txBox="1">
            <a:spLocks noGrp="1"/>
          </p:cNvSpPr>
          <p:nvPr>
            <p:ph type="subTitle" idx="7"/>
          </p:nvPr>
        </p:nvSpPr>
        <p:spPr>
          <a:xfrm flipH="1">
            <a:off x="2138998" y="3573468"/>
            <a:ext cx="2433002" cy="426600"/>
          </a:xfrm>
          <a:prstGeom prst="rect">
            <a:avLst/>
          </a:prstGeom>
        </p:spPr>
        <p:txBody>
          <a:bodyPr spcFirstLastPara="1" wrap="square" lIns="91425" tIns="0" rIns="91425" bIns="0" anchor="t" anchorCtr="0">
            <a:noAutofit/>
          </a:bodyPr>
          <a:lstStyle/>
          <a:p>
            <a:pPr marL="0" lvl="0" indent="0" algn="l" rtl="0">
              <a:spcBef>
                <a:spcPts val="0"/>
              </a:spcBef>
              <a:spcAft>
                <a:spcPts val="0"/>
              </a:spcAft>
              <a:buNone/>
            </a:pPr>
            <a:r>
              <a:rPr lang="en" dirty="0"/>
              <a:t>Tablas</a:t>
            </a:r>
            <a:endParaRPr dirty="0"/>
          </a:p>
        </p:txBody>
      </p:sp>
      <p:sp>
        <p:nvSpPr>
          <p:cNvPr id="354" name="Google Shape;354;p29"/>
          <p:cNvSpPr txBox="1">
            <a:spLocks noGrp="1"/>
          </p:cNvSpPr>
          <p:nvPr>
            <p:ph type="ctrTitle" idx="8"/>
          </p:nvPr>
        </p:nvSpPr>
        <p:spPr>
          <a:xfrm flipH="1">
            <a:off x="4811675" y="3258338"/>
            <a:ext cx="2163900" cy="240900"/>
          </a:xfrm>
          <a:prstGeom prst="rect">
            <a:avLst/>
          </a:prstGeom>
        </p:spPr>
        <p:txBody>
          <a:bodyPr spcFirstLastPara="1" wrap="square" lIns="91425" tIns="0" rIns="91425" bIns="0" anchor="b" anchorCtr="0">
            <a:noAutofit/>
          </a:bodyPr>
          <a:lstStyle/>
          <a:p>
            <a:pPr marL="0" lvl="0" indent="0" algn="r" rtl="0">
              <a:spcBef>
                <a:spcPts val="0"/>
              </a:spcBef>
              <a:spcAft>
                <a:spcPts val="0"/>
              </a:spcAft>
              <a:buNone/>
            </a:pPr>
            <a:r>
              <a:rPr lang="en"/>
              <a:t>04</a:t>
            </a:r>
            <a:endParaRPr dirty="0"/>
          </a:p>
        </p:txBody>
      </p:sp>
      <p:sp>
        <p:nvSpPr>
          <p:cNvPr id="355" name="Google Shape;355;p29"/>
          <p:cNvSpPr txBox="1">
            <a:spLocks noGrp="1"/>
          </p:cNvSpPr>
          <p:nvPr>
            <p:ph type="subTitle" idx="9"/>
          </p:nvPr>
        </p:nvSpPr>
        <p:spPr>
          <a:xfrm flipH="1">
            <a:off x="4811675" y="3573468"/>
            <a:ext cx="2163900" cy="426600"/>
          </a:xfrm>
          <a:prstGeom prst="rect">
            <a:avLst/>
          </a:prstGeom>
        </p:spPr>
        <p:txBody>
          <a:bodyPr spcFirstLastPara="1" wrap="square" lIns="91425" tIns="0" rIns="91425" bIns="0" anchor="t" anchorCtr="0">
            <a:noAutofit/>
          </a:bodyPr>
          <a:lstStyle/>
          <a:p>
            <a:pPr marL="0" lvl="0" indent="0" algn="r" rtl="0">
              <a:spcBef>
                <a:spcPts val="0"/>
              </a:spcBef>
              <a:spcAft>
                <a:spcPts val="0"/>
              </a:spcAft>
              <a:buNone/>
            </a:pPr>
            <a:r>
              <a:rPr lang="es-ES" dirty="0"/>
              <a:t>Consultas (Queries)</a:t>
            </a:r>
            <a:endParaRPr dirty="0"/>
          </a:p>
          <a:p>
            <a:pPr marL="0" lvl="0" indent="0" algn="r" rtl="0">
              <a:spcBef>
                <a:spcPts val="0"/>
              </a:spcBef>
              <a:spcAft>
                <a:spcPts val="0"/>
              </a:spcAft>
              <a:buNone/>
            </a:pPr>
            <a:endParaRPr dirty="0"/>
          </a:p>
          <a:p>
            <a:pPr marL="0" lvl="0" indent="0" algn="r" rtl="0">
              <a:spcBef>
                <a:spcPts val="0"/>
              </a:spcBef>
              <a:spcAft>
                <a:spcPts val="0"/>
              </a:spcAft>
              <a:buNone/>
            </a:pPr>
            <a:endParaRPr dirty="0"/>
          </a:p>
        </p:txBody>
      </p:sp>
    </p:spTree>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32"/>
          <p:cNvSpPr txBox="1">
            <a:spLocks noGrp="1"/>
          </p:cNvSpPr>
          <p:nvPr>
            <p:ph type="title"/>
          </p:nvPr>
        </p:nvSpPr>
        <p:spPr>
          <a:xfrm>
            <a:off x="454800" y="2714625"/>
            <a:ext cx="8425200" cy="447900"/>
          </a:xfrm>
          <a:prstGeom prst="rect">
            <a:avLst/>
          </a:prstGeom>
        </p:spPr>
        <p:txBody>
          <a:bodyPr spcFirstLastPara="1" wrap="square" lIns="91425" tIns="0" rIns="91425" bIns="0" anchor="ctr" anchorCtr="0">
            <a:noAutofit/>
          </a:bodyPr>
          <a:lstStyle/>
          <a:p>
            <a:pPr marL="0" lvl="0" indent="0" algn="ctr" rtl="0">
              <a:spcBef>
                <a:spcPts val="0"/>
              </a:spcBef>
              <a:spcAft>
                <a:spcPts val="0"/>
              </a:spcAft>
              <a:buNone/>
            </a:pPr>
            <a:r>
              <a:rPr lang="en" dirty="0"/>
              <a:t>DEFINICIÓN</a:t>
            </a:r>
            <a:endParaRPr dirty="0"/>
          </a:p>
        </p:txBody>
      </p:sp>
      <p:sp>
        <p:nvSpPr>
          <p:cNvPr id="375" name="Google Shape;375;p32"/>
          <p:cNvSpPr txBox="1">
            <a:spLocks noGrp="1"/>
          </p:cNvSpPr>
          <p:nvPr>
            <p:ph type="title" idx="2"/>
          </p:nvPr>
        </p:nvSpPr>
        <p:spPr>
          <a:xfrm>
            <a:off x="454800" y="2150850"/>
            <a:ext cx="8425200" cy="489600"/>
          </a:xfrm>
          <a:prstGeom prst="rect">
            <a:avLst/>
          </a:prstGeom>
        </p:spPr>
        <p:txBody>
          <a:bodyPr spcFirstLastPara="1" wrap="square" lIns="91425" tIns="0" rIns="91425" bIns="0" anchor="b" anchorCtr="0">
            <a:noAutofit/>
          </a:bodyPr>
          <a:lstStyle/>
          <a:p>
            <a:pPr marL="0" lvl="0" indent="0" algn="ctr" rtl="0">
              <a:spcBef>
                <a:spcPts val="0"/>
              </a:spcBef>
              <a:spcAft>
                <a:spcPts val="0"/>
              </a:spcAft>
              <a:buNone/>
            </a:pPr>
            <a:r>
              <a:rPr lang="en"/>
              <a:t>01</a:t>
            </a:r>
            <a:endParaRPr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pic>
        <p:nvPicPr>
          <p:cNvPr id="360" name="Google Shape;360;p30"/>
          <p:cNvPicPr preferRelativeResize="0"/>
          <p:nvPr/>
        </p:nvPicPr>
        <p:blipFill rotWithShape="1">
          <a:blip r:embed="rId3">
            <a:alphaModFix/>
          </a:blip>
          <a:srcRect l="24495" t="18187" r="9353" b="4812"/>
          <a:stretch/>
        </p:blipFill>
        <p:spPr>
          <a:xfrm>
            <a:off x="5353050" y="1809750"/>
            <a:ext cx="3324251" cy="2581274"/>
          </a:xfrm>
          <a:prstGeom prst="rect">
            <a:avLst/>
          </a:prstGeom>
          <a:noFill/>
          <a:ln>
            <a:noFill/>
          </a:ln>
        </p:spPr>
      </p:pic>
      <p:sp>
        <p:nvSpPr>
          <p:cNvPr id="361" name="Google Shape;361;p30"/>
          <p:cNvSpPr txBox="1">
            <a:spLocks noGrp="1"/>
          </p:cNvSpPr>
          <p:nvPr>
            <p:ph type="body" idx="1"/>
          </p:nvPr>
        </p:nvSpPr>
        <p:spPr>
          <a:xfrm>
            <a:off x="581031" y="1837325"/>
            <a:ext cx="3512700" cy="300616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sz="1500" b="1" i="0" dirty="0">
                <a:solidFill>
                  <a:schemeClr val="bg1"/>
                </a:solidFill>
                <a:effectLst/>
                <a:latin typeface="Anaheim" panose="020B0604020202020204" charset="0"/>
              </a:rPr>
              <a:t>SQL</a:t>
            </a:r>
            <a:r>
              <a:rPr lang="es-ES" sz="1500" b="0" i="0" dirty="0">
                <a:solidFill>
                  <a:schemeClr val="bg1"/>
                </a:solidFill>
                <a:effectLst/>
                <a:latin typeface="Anaheim" panose="020B0604020202020204" charset="0"/>
              </a:rPr>
              <a:t> es un acrónimo en inglés para </a:t>
            </a:r>
            <a:r>
              <a:rPr lang="es-ES" sz="1500" b="1" i="0" dirty="0">
                <a:solidFill>
                  <a:schemeClr val="bg1"/>
                </a:solidFill>
                <a:effectLst/>
                <a:latin typeface="Anaheim" panose="020B0604020202020204" charset="0"/>
              </a:rPr>
              <a:t>Structured Query Language</a:t>
            </a:r>
            <a:r>
              <a:rPr lang="es-ES" sz="1500" b="0" i="0" dirty="0">
                <a:solidFill>
                  <a:schemeClr val="bg1"/>
                </a:solidFill>
                <a:effectLst/>
                <a:latin typeface="Anaheim" panose="020B0604020202020204" charset="0"/>
              </a:rPr>
              <a:t>.  Un </a:t>
            </a:r>
            <a:r>
              <a:rPr lang="es-ES" sz="1500" b="1" i="0" dirty="0">
                <a:solidFill>
                  <a:schemeClr val="bg1"/>
                </a:solidFill>
                <a:effectLst/>
                <a:latin typeface="Anaheim" panose="020B0604020202020204" charset="0"/>
              </a:rPr>
              <a:t>Lenguaje de Consulta Estructurado</a:t>
            </a:r>
            <a:r>
              <a:rPr lang="es-ES" sz="1500" b="0" i="0" dirty="0">
                <a:solidFill>
                  <a:schemeClr val="bg1"/>
                </a:solidFill>
                <a:effectLst/>
                <a:latin typeface="Anaheim" panose="020B0604020202020204" charset="0"/>
              </a:rPr>
              <a:t>. Un tipo de </a:t>
            </a:r>
            <a:r>
              <a:rPr lang="es-ES" sz="1500" b="1" i="0" dirty="0">
                <a:solidFill>
                  <a:schemeClr val="bg1"/>
                </a:solidFill>
                <a:effectLst/>
                <a:latin typeface="Anaheim" panose="020B0604020202020204" charset="0"/>
              </a:rPr>
              <a:t>lenguaje de programación</a:t>
            </a:r>
            <a:r>
              <a:rPr lang="es-ES" sz="1500" b="0" i="0" dirty="0">
                <a:solidFill>
                  <a:schemeClr val="bg1"/>
                </a:solidFill>
                <a:effectLst/>
                <a:latin typeface="Anaheim" panose="020B0604020202020204" charset="0"/>
              </a:rPr>
              <a:t> que permite manipular y descargar datos de una base de datos. Tiene capacidad de hacer cálculos avanzados y álgebra. Es utilizado en la mayoría de empresas que almacenan datos en una base de datos. Ha sido y sigue siendo el lenguaje de programación más usado para bases de datos relacionales.</a:t>
            </a:r>
            <a:endParaRPr sz="1500" dirty="0">
              <a:solidFill>
                <a:schemeClr val="bg1"/>
              </a:solidFill>
              <a:latin typeface="Anaheim" panose="020B0604020202020204" charset="0"/>
            </a:endParaRPr>
          </a:p>
        </p:txBody>
      </p:sp>
      <p:sp>
        <p:nvSpPr>
          <p:cNvPr id="362" name="Google Shape;362;p30"/>
          <p:cNvSpPr txBox="1">
            <a:spLocks noGrp="1"/>
          </p:cNvSpPr>
          <p:nvPr>
            <p:ph type="title"/>
          </p:nvPr>
        </p:nvSpPr>
        <p:spPr>
          <a:xfrm>
            <a:off x="560825" y="1168325"/>
            <a:ext cx="3561300" cy="669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dk2"/>
                </a:solidFill>
              </a:rPr>
              <a:t>DEFINICIÓN</a:t>
            </a:r>
            <a:endParaRPr dirty="0">
              <a:solidFill>
                <a:schemeClr val="dk2"/>
              </a:solidFill>
            </a:endParaRPr>
          </a:p>
        </p:txBody>
      </p:sp>
      <p:sp>
        <p:nvSpPr>
          <p:cNvPr id="363" name="Google Shape;363;p30"/>
          <p:cNvSpPr/>
          <p:nvPr/>
        </p:nvSpPr>
        <p:spPr>
          <a:xfrm>
            <a:off x="7524751" y="3887550"/>
            <a:ext cx="1619286" cy="241405"/>
          </a:xfrm>
          <a:custGeom>
            <a:avLst/>
            <a:gdLst/>
            <a:ahLst/>
            <a:cxnLst/>
            <a:rect l="l" t="t" r="r" b="b"/>
            <a:pathLst>
              <a:path w="146079" h="5859" extrusionOk="0">
                <a:moveTo>
                  <a:pt x="1" y="1"/>
                </a:moveTo>
                <a:lnTo>
                  <a:pt x="1" y="5858"/>
                </a:lnTo>
                <a:lnTo>
                  <a:pt x="146079" y="5858"/>
                </a:lnTo>
                <a:lnTo>
                  <a:pt x="14607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32"/>
          <p:cNvSpPr txBox="1">
            <a:spLocks noGrp="1"/>
          </p:cNvSpPr>
          <p:nvPr>
            <p:ph type="title"/>
          </p:nvPr>
        </p:nvSpPr>
        <p:spPr>
          <a:xfrm>
            <a:off x="454800" y="2714625"/>
            <a:ext cx="8425200" cy="447900"/>
          </a:xfrm>
          <a:prstGeom prst="rect">
            <a:avLst/>
          </a:prstGeom>
        </p:spPr>
        <p:txBody>
          <a:bodyPr spcFirstLastPara="1" wrap="square" lIns="91425" tIns="0" rIns="91425" bIns="0" anchor="ctr" anchorCtr="0">
            <a:noAutofit/>
          </a:bodyPr>
          <a:lstStyle/>
          <a:p>
            <a:pPr marL="0" lvl="0" indent="0" algn="ctr" rtl="0">
              <a:spcBef>
                <a:spcPts val="0"/>
              </a:spcBef>
              <a:spcAft>
                <a:spcPts val="0"/>
              </a:spcAft>
              <a:buNone/>
            </a:pPr>
            <a:r>
              <a:rPr lang="en" dirty="0"/>
              <a:t>TIPOS DE BASE DE DATOS</a:t>
            </a:r>
            <a:endParaRPr dirty="0"/>
          </a:p>
        </p:txBody>
      </p:sp>
      <p:sp>
        <p:nvSpPr>
          <p:cNvPr id="375" name="Google Shape;375;p32"/>
          <p:cNvSpPr txBox="1">
            <a:spLocks noGrp="1"/>
          </p:cNvSpPr>
          <p:nvPr>
            <p:ph type="title" idx="2"/>
          </p:nvPr>
        </p:nvSpPr>
        <p:spPr>
          <a:xfrm>
            <a:off x="454800" y="2150850"/>
            <a:ext cx="8425200" cy="489600"/>
          </a:xfrm>
          <a:prstGeom prst="rect">
            <a:avLst/>
          </a:prstGeom>
        </p:spPr>
        <p:txBody>
          <a:bodyPr spcFirstLastPara="1" wrap="square" lIns="91425" tIns="0" rIns="91425" bIns="0" anchor="b" anchorCtr="0">
            <a:noAutofit/>
          </a:bodyPr>
          <a:lstStyle/>
          <a:p>
            <a:pPr marL="0" lvl="0" indent="0" algn="ctr" rtl="0">
              <a:spcBef>
                <a:spcPts val="0"/>
              </a:spcBef>
              <a:spcAft>
                <a:spcPts val="0"/>
              </a:spcAft>
              <a:buNone/>
            </a:pPr>
            <a:r>
              <a:rPr lang="en" dirty="0"/>
              <a:t>02</a:t>
            </a:r>
            <a:endParaRPr dirty="0"/>
          </a:p>
        </p:txBody>
      </p:sp>
    </p:spTree>
    <p:extLst>
      <p:ext uri="{BB962C8B-B14F-4D97-AF65-F5344CB8AC3E}">
        <p14:creationId xmlns:p14="http://schemas.microsoft.com/office/powerpoint/2010/main" val="365781612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pic>
        <p:nvPicPr>
          <p:cNvPr id="682" name="Google Shape;682;p45"/>
          <p:cNvPicPr preferRelativeResize="0"/>
          <p:nvPr/>
        </p:nvPicPr>
        <p:blipFill rotWithShape="1">
          <a:blip r:embed="rId3">
            <a:alphaModFix/>
          </a:blip>
          <a:srcRect l="19480" t="1533" r="24168" b="20621"/>
          <a:stretch/>
        </p:blipFill>
        <p:spPr>
          <a:xfrm>
            <a:off x="3696302" y="1359975"/>
            <a:ext cx="1749576" cy="2417100"/>
          </a:xfrm>
          <a:prstGeom prst="rect">
            <a:avLst/>
          </a:prstGeom>
          <a:noFill/>
          <a:ln>
            <a:noFill/>
          </a:ln>
        </p:spPr>
      </p:pic>
      <p:sp>
        <p:nvSpPr>
          <p:cNvPr id="683" name="Google Shape;683;p45"/>
          <p:cNvSpPr/>
          <p:nvPr/>
        </p:nvSpPr>
        <p:spPr>
          <a:xfrm>
            <a:off x="4846935" y="2568527"/>
            <a:ext cx="3353952" cy="384832"/>
          </a:xfrm>
          <a:custGeom>
            <a:avLst/>
            <a:gdLst/>
            <a:ahLst/>
            <a:cxnLst/>
            <a:rect l="l" t="t" r="r" b="b"/>
            <a:pathLst>
              <a:path w="104811" h="12026" extrusionOk="0">
                <a:moveTo>
                  <a:pt x="0" y="0"/>
                </a:moveTo>
                <a:lnTo>
                  <a:pt x="104811" y="0"/>
                </a:lnTo>
                <a:lnTo>
                  <a:pt x="104811" y="12025"/>
                </a:lnTo>
                <a:lnTo>
                  <a:pt x="0" y="12025"/>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4" name="Google Shape;684;p45"/>
          <p:cNvSpPr txBox="1">
            <a:spLocks noGrp="1"/>
          </p:cNvSpPr>
          <p:nvPr>
            <p:ph type="subTitle" idx="2"/>
          </p:nvPr>
        </p:nvSpPr>
        <p:spPr>
          <a:xfrm>
            <a:off x="-99183" y="2892643"/>
            <a:ext cx="3666041" cy="1094328"/>
          </a:xfrm>
          <a:prstGeom prst="rect">
            <a:avLst/>
          </a:prstGeom>
        </p:spPr>
        <p:txBody>
          <a:bodyPr spcFirstLastPara="1" wrap="square" lIns="91425" tIns="0" rIns="91425" bIns="91425" anchor="t" anchorCtr="0">
            <a:noAutofit/>
          </a:bodyPr>
          <a:lstStyle/>
          <a:p>
            <a:pPr marL="0" lvl="0" indent="0" rtl="0">
              <a:spcBef>
                <a:spcPts val="0"/>
              </a:spcBef>
              <a:spcAft>
                <a:spcPts val="0"/>
              </a:spcAft>
              <a:buNone/>
            </a:pPr>
            <a:r>
              <a:rPr lang="en-US" sz="1300" b="1" i="1" dirty="0">
                <a:solidFill>
                  <a:schemeClr val="bg1"/>
                </a:solidFill>
                <a:effectLst/>
                <a:latin typeface="Anaheim" panose="020B0604020202020204" charset="0"/>
              </a:rPr>
              <a:t>Not Only SQL</a:t>
            </a:r>
            <a:r>
              <a:rPr lang="en-US" sz="1300" b="0" i="0" dirty="0">
                <a:solidFill>
                  <a:schemeClr val="bg1"/>
                </a:solidFill>
                <a:effectLst/>
                <a:latin typeface="Anaheim" panose="020B0604020202020204" charset="0"/>
              </a:rPr>
              <a:t> (no solo SQL), en </a:t>
            </a:r>
            <a:r>
              <a:rPr lang="es-ES" sz="1300" b="0" i="0" dirty="0">
                <a:solidFill>
                  <a:schemeClr val="bg1"/>
                </a:solidFill>
                <a:effectLst/>
                <a:latin typeface="Anaheim" panose="020B0604020202020204" charset="0"/>
              </a:rPr>
              <a:t>este tipo de almacenamiento de datos no se utilizan estructuras tan sencillas (tablas), ni se almacenan sus datos en forma de registros o campos</a:t>
            </a:r>
            <a:r>
              <a:rPr lang="es-ES" sz="1300" b="0" i="0" dirty="0">
                <a:solidFill>
                  <a:schemeClr val="bg1"/>
                </a:solidFill>
                <a:effectLst/>
                <a:latin typeface="Pandora-Book"/>
              </a:rPr>
              <a:t>.</a:t>
            </a:r>
            <a:endParaRPr sz="1300" dirty="0">
              <a:solidFill>
                <a:schemeClr val="bg1"/>
              </a:solidFill>
            </a:endParaRPr>
          </a:p>
        </p:txBody>
      </p:sp>
      <p:sp>
        <p:nvSpPr>
          <p:cNvPr id="685" name="Google Shape;685;p45"/>
          <p:cNvSpPr txBox="1">
            <a:spLocks noGrp="1"/>
          </p:cNvSpPr>
          <p:nvPr>
            <p:ph type="subTitle" idx="1"/>
          </p:nvPr>
        </p:nvSpPr>
        <p:spPr>
          <a:xfrm>
            <a:off x="5621281" y="1744811"/>
            <a:ext cx="3522719" cy="828720"/>
          </a:xfrm>
          <a:prstGeom prst="rect">
            <a:avLst/>
          </a:prstGeom>
        </p:spPr>
        <p:txBody>
          <a:bodyPr spcFirstLastPara="1" wrap="square" lIns="91425" tIns="0" rIns="91425" bIns="91425" anchor="t" anchorCtr="0">
            <a:noAutofit/>
          </a:bodyPr>
          <a:lstStyle/>
          <a:p>
            <a:pPr marL="0" lvl="0" indent="0" rtl="0">
              <a:spcBef>
                <a:spcPts val="0"/>
              </a:spcBef>
              <a:spcAft>
                <a:spcPts val="0"/>
              </a:spcAft>
              <a:buNone/>
            </a:pPr>
            <a:r>
              <a:rPr lang="es-ES" sz="1300" dirty="0">
                <a:solidFill>
                  <a:srgbClr val="1B1464"/>
                </a:solidFill>
                <a:latin typeface="Anaheim" panose="020B0604020202020204" charset="0"/>
              </a:rPr>
              <a:t>S</a:t>
            </a:r>
            <a:r>
              <a:rPr lang="es-ES" sz="1300" b="0" i="0" dirty="0">
                <a:solidFill>
                  <a:srgbClr val="1B1464"/>
                </a:solidFill>
                <a:effectLst/>
                <a:latin typeface="Anaheim" panose="020B0604020202020204" charset="0"/>
              </a:rPr>
              <a:t>e basa en el almacenamiento y acceso a datos que están relacionados entre sí. </a:t>
            </a:r>
            <a:r>
              <a:rPr lang="es-ES" sz="1300" dirty="0">
                <a:solidFill>
                  <a:srgbClr val="1B1464"/>
                </a:solidFill>
                <a:latin typeface="Anaheim" panose="020B0604020202020204" charset="0"/>
              </a:rPr>
              <a:t>T</a:t>
            </a:r>
            <a:r>
              <a:rPr lang="es-ES" sz="1300" b="0" i="0" dirty="0">
                <a:solidFill>
                  <a:srgbClr val="1B1464"/>
                </a:solidFill>
                <a:effectLst/>
                <a:latin typeface="Anaheim" panose="020B0604020202020204" charset="0"/>
              </a:rPr>
              <a:t>ienen una forma muy directa e intuitiva de mostrarnos los datos que almacenan en forma de tablas</a:t>
            </a:r>
            <a:r>
              <a:rPr lang="es-ES" sz="1300" b="0" i="0" dirty="0">
                <a:solidFill>
                  <a:srgbClr val="444444"/>
                </a:solidFill>
                <a:effectLst/>
                <a:latin typeface="Anaheim" panose="020B0604020202020204" charset="0"/>
              </a:rPr>
              <a:t>.</a:t>
            </a:r>
            <a:endParaRPr sz="1300" dirty="0">
              <a:solidFill>
                <a:srgbClr val="1B1464"/>
              </a:solidFill>
              <a:latin typeface="Anaheim" panose="020B0604020202020204" charset="0"/>
            </a:endParaRPr>
          </a:p>
        </p:txBody>
      </p:sp>
      <p:sp>
        <p:nvSpPr>
          <p:cNvPr id="686" name="Google Shape;686;p45"/>
          <p:cNvSpPr txBox="1">
            <a:spLocks noGrp="1"/>
          </p:cNvSpPr>
          <p:nvPr>
            <p:ph type="title"/>
          </p:nvPr>
        </p:nvSpPr>
        <p:spPr>
          <a:xfrm>
            <a:off x="1194014" y="2629243"/>
            <a:ext cx="2395800" cy="263400"/>
          </a:xfrm>
          <a:prstGeom prst="rect">
            <a:avLst/>
          </a:prstGeom>
        </p:spPr>
        <p:txBody>
          <a:bodyPr spcFirstLastPara="1" wrap="square" lIns="91425" tIns="0" rIns="91425" bIns="0" anchor="ctr" anchorCtr="0">
            <a:noAutofit/>
          </a:bodyPr>
          <a:lstStyle/>
          <a:p>
            <a:pPr marL="0" lvl="0" indent="0" algn="r" rtl="0">
              <a:spcBef>
                <a:spcPts val="0"/>
              </a:spcBef>
              <a:spcAft>
                <a:spcPts val="0"/>
              </a:spcAft>
              <a:buNone/>
            </a:pPr>
            <a:r>
              <a:rPr lang="en" dirty="0"/>
              <a:t>NoSQL</a:t>
            </a:r>
            <a:endParaRPr dirty="0"/>
          </a:p>
        </p:txBody>
      </p:sp>
      <p:sp>
        <p:nvSpPr>
          <p:cNvPr id="687" name="Google Shape;687;p45"/>
          <p:cNvSpPr txBox="1">
            <a:spLocks noGrp="1"/>
          </p:cNvSpPr>
          <p:nvPr>
            <p:ph type="title" idx="3"/>
          </p:nvPr>
        </p:nvSpPr>
        <p:spPr>
          <a:xfrm>
            <a:off x="5621280" y="1463176"/>
            <a:ext cx="2395800" cy="265200"/>
          </a:xfrm>
          <a:prstGeom prst="rect">
            <a:avLst/>
          </a:prstGeom>
        </p:spPr>
        <p:txBody>
          <a:bodyPr spcFirstLastPara="1" wrap="square" lIns="91425" tIns="0" rIns="91425" bIns="0" anchor="ctr" anchorCtr="0">
            <a:noAutofit/>
          </a:bodyPr>
          <a:lstStyle/>
          <a:p>
            <a:pPr marL="0" lvl="0" indent="0" algn="l" rtl="0">
              <a:spcBef>
                <a:spcPts val="0"/>
              </a:spcBef>
              <a:spcAft>
                <a:spcPts val="0"/>
              </a:spcAft>
              <a:buNone/>
            </a:pPr>
            <a:r>
              <a:rPr lang="en" dirty="0"/>
              <a:t>SQL</a:t>
            </a:r>
            <a:endParaRPr dirty="0"/>
          </a:p>
        </p:txBody>
      </p:sp>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sp>
        <p:nvSpPr>
          <p:cNvPr id="380" name="Google Shape;380;p33"/>
          <p:cNvSpPr txBox="1">
            <a:spLocks noGrp="1"/>
          </p:cNvSpPr>
          <p:nvPr>
            <p:ph type="body" idx="1"/>
          </p:nvPr>
        </p:nvSpPr>
        <p:spPr>
          <a:xfrm>
            <a:off x="4579531" y="2250315"/>
            <a:ext cx="3963299" cy="27553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s-ES" sz="1500" dirty="0"/>
              <a:t>Tiene una forma muy directa e intuitiva de mostrarnos los datos que almacenan en forma de tablas. Dentro de esas tablas, cada fila será un registro que tendrá un identificador único (conocido como clave) y las columnas incluirán atributos de esas claves. Normalmente esos atributos serán valores únicos, lo que nos permite crear esas relaciones entre los datos de toda la base de datos, dando nombre a este tipo de BDD.	</a:t>
            </a:r>
            <a:endParaRPr sz="1500" dirty="0"/>
          </a:p>
        </p:txBody>
      </p:sp>
      <p:sp>
        <p:nvSpPr>
          <p:cNvPr id="381" name="Google Shape;381;p33"/>
          <p:cNvSpPr txBox="1">
            <a:spLocks noGrp="1"/>
          </p:cNvSpPr>
          <p:nvPr>
            <p:ph type="title"/>
          </p:nvPr>
        </p:nvSpPr>
        <p:spPr>
          <a:xfrm>
            <a:off x="4579531" y="1714800"/>
            <a:ext cx="3963300" cy="669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dirty="0"/>
              <a:t>SQL</a:t>
            </a:r>
            <a:endParaRPr dirty="0"/>
          </a:p>
        </p:txBody>
      </p:sp>
    </p:spTree>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18"/>
        <p:cNvGrpSpPr/>
        <p:nvPr/>
      </p:nvGrpSpPr>
      <p:grpSpPr>
        <a:xfrm>
          <a:off x="0" y="0"/>
          <a:ext cx="0" cy="0"/>
          <a:chOff x="0" y="0"/>
          <a:chExt cx="0" cy="0"/>
        </a:xfrm>
      </p:grpSpPr>
      <p:sp>
        <p:nvSpPr>
          <p:cNvPr id="919" name="Google Shape;919;p53"/>
          <p:cNvSpPr txBox="1">
            <a:spLocks noGrp="1"/>
          </p:cNvSpPr>
          <p:nvPr>
            <p:ph type="title"/>
          </p:nvPr>
        </p:nvSpPr>
        <p:spPr>
          <a:xfrm>
            <a:off x="1278000" y="198058"/>
            <a:ext cx="6588000" cy="669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VENTAJAS Y DESVENTAJAS</a:t>
            </a:r>
            <a:endParaRPr dirty="0"/>
          </a:p>
        </p:txBody>
      </p:sp>
      <p:sp>
        <p:nvSpPr>
          <p:cNvPr id="920" name="Google Shape;920;p53"/>
          <p:cNvSpPr txBox="1"/>
          <p:nvPr/>
        </p:nvSpPr>
        <p:spPr>
          <a:xfrm>
            <a:off x="359128" y="821276"/>
            <a:ext cx="8617958" cy="2197695"/>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dirty="0">
                <a:solidFill>
                  <a:schemeClr val="lt1"/>
                </a:solidFill>
                <a:uFill>
                  <a:noFill/>
                </a:uFill>
                <a:latin typeface="Anaheim"/>
                <a:ea typeface="Anaheim"/>
                <a:cs typeface="Anaheim"/>
                <a:sym typeface="Anaheim"/>
                <a:hlinkClick r:id="rId3">
                  <a:extLst>
                    <a:ext uri="{A12FA001-AC4F-418D-AE19-62706E023703}">
                      <ahyp:hlinkClr xmlns:ahyp="http://schemas.microsoft.com/office/drawing/2018/hyperlinkcolor" val="tx"/>
                    </a:ext>
                  </a:extLst>
                </a:hlinkClick>
              </a:rPr>
              <a:t>VENTAJAS:</a:t>
            </a:r>
          </a:p>
          <a:p>
            <a:pPr marL="457200" lvl="0" indent="-317500" rtl="0">
              <a:lnSpc>
                <a:spcPct val="115000"/>
              </a:lnSpc>
              <a:spcBef>
                <a:spcPts val="1600"/>
              </a:spcBef>
              <a:spcAft>
                <a:spcPts val="0"/>
              </a:spcAft>
              <a:buClr>
                <a:schemeClr val="lt1"/>
              </a:buClr>
              <a:buSzPts val="1400"/>
              <a:buFont typeface="Anaheim"/>
              <a:buChar char="●"/>
            </a:pPr>
            <a:r>
              <a:rPr lang="en-US" dirty="0">
                <a:solidFill>
                  <a:schemeClr val="lt1"/>
                </a:solidFill>
                <a:uFill>
                  <a:noFill/>
                </a:uFill>
                <a:latin typeface="Anaheim"/>
                <a:ea typeface="Anaheim"/>
                <a:cs typeface="Anaheim"/>
                <a:sym typeface="Anaheim"/>
              </a:rPr>
              <a:t>Su uso es el más extendido y </a:t>
            </a:r>
            <a:r>
              <a:rPr lang="es-ES" dirty="0">
                <a:solidFill>
                  <a:schemeClr val="lt1"/>
                </a:solidFill>
                <a:uFill>
                  <a:noFill/>
                </a:uFill>
                <a:latin typeface="Anaheim"/>
                <a:ea typeface="Anaheim"/>
                <a:cs typeface="Anaheim"/>
                <a:sym typeface="Anaheim"/>
              </a:rPr>
              <a:t>adaptado</a:t>
            </a:r>
            <a:r>
              <a:rPr lang="en-US" dirty="0">
                <a:solidFill>
                  <a:schemeClr val="lt1"/>
                </a:solidFill>
                <a:uFill>
                  <a:noFill/>
                </a:uFill>
                <a:latin typeface="Anaheim"/>
                <a:ea typeface="Anaheim"/>
                <a:cs typeface="Anaheim"/>
                <a:sym typeface="Anaheim"/>
              </a:rPr>
              <a:t>, por lo que los perfiles que las conocen son mayores y más baratos.</a:t>
            </a:r>
            <a:endParaRPr lang="en-US" dirty="0">
              <a:solidFill>
                <a:schemeClr val="lt1"/>
              </a:solidFill>
              <a:latin typeface="Anaheim"/>
              <a:ea typeface="Anaheim"/>
              <a:cs typeface="Anaheim"/>
              <a:sym typeface="Anaheim"/>
            </a:endParaRPr>
          </a:p>
          <a:p>
            <a:pPr marL="457200" lvl="0" indent="-317500" rtl="0">
              <a:lnSpc>
                <a:spcPct val="115000"/>
              </a:lnSpc>
              <a:spcBef>
                <a:spcPts val="0"/>
              </a:spcBef>
              <a:spcAft>
                <a:spcPts val="0"/>
              </a:spcAft>
              <a:buClr>
                <a:schemeClr val="lt1"/>
              </a:buClr>
              <a:buSzPts val="1400"/>
              <a:buFont typeface="Anaheim"/>
              <a:buChar char="●"/>
            </a:pPr>
            <a:r>
              <a:rPr lang="en-US" dirty="0">
                <a:solidFill>
                  <a:schemeClr val="lt1"/>
                </a:solidFill>
                <a:uFill>
                  <a:noFill/>
                </a:uFill>
                <a:latin typeface="Anaheim"/>
                <a:ea typeface="Anaheim"/>
                <a:cs typeface="Anaheim"/>
                <a:sym typeface="Anaheim"/>
                <a:hlinkClick r:id="rId4">
                  <a:extLst>
                    <a:ext uri="{A12FA001-AC4F-418D-AE19-62706E023703}">
                      <ahyp:hlinkClr xmlns:ahyp="http://schemas.microsoft.com/office/drawing/2018/hyperlinkcolor" val="tx"/>
                    </a:ext>
                  </a:extLst>
                </a:hlinkClick>
              </a:rPr>
              <a:t>Tienen un mayor soporte y mejores suites de productos y add-ons para gestionarlas, </a:t>
            </a:r>
            <a:r>
              <a:rPr lang="es-ES" dirty="0">
                <a:solidFill>
                  <a:schemeClr val="lt1"/>
                </a:solidFill>
                <a:uFill>
                  <a:noFill/>
                </a:uFill>
                <a:latin typeface="Anaheim"/>
                <a:ea typeface="Anaheim"/>
                <a:cs typeface="Anaheim"/>
                <a:sym typeface="Anaheim"/>
                <a:hlinkClick r:id="rId4">
                  <a:extLst>
                    <a:ext uri="{A12FA001-AC4F-418D-AE19-62706E023703}">
                      <ahyp:hlinkClr xmlns:ahyp="http://schemas.microsoft.com/office/drawing/2018/hyperlinkcolor" val="tx"/>
                    </a:ext>
                  </a:extLst>
                </a:hlinkClick>
              </a:rPr>
              <a:t>debido</a:t>
            </a:r>
            <a:r>
              <a:rPr lang="en-US" dirty="0">
                <a:solidFill>
                  <a:schemeClr val="lt1"/>
                </a:solidFill>
                <a:uFill>
                  <a:noFill/>
                </a:uFill>
                <a:latin typeface="Anaheim"/>
                <a:ea typeface="Anaheim"/>
                <a:cs typeface="Anaheim"/>
                <a:sym typeface="Anaheim"/>
                <a:hlinkClick r:id="rId4">
                  <a:extLst>
                    <a:ext uri="{A12FA001-AC4F-418D-AE19-62706E023703}">
                      <ahyp:hlinkClr xmlns:ahyp="http://schemas.microsoft.com/office/drawing/2018/hyperlinkcolor" val="tx"/>
                    </a:ext>
                  </a:extLst>
                </a:hlinkClick>
              </a:rPr>
              <a:t> a lo largo </a:t>
            </a:r>
            <a:r>
              <a:rPr lang="es-ES" dirty="0">
                <a:solidFill>
                  <a:schemeClr val="lt1"/>
                </a:solidFill>
                <a:uFill>
                  <a:noFill/>
                </a:uFill>
                <a:latin typeface="Anaheim"/>
                <a:ea typeface="Anaheim"/>
                <a:cs typeface="Anaheim"/>
                <a:sym typeface="Anaheim"/>
                <a:hlinkClick r:id="rId4">
                  <a:extLst>
                    <a:ext uri="{A12FA001-AC4F-418D-AE19-62706E023703}">
                      <ahyp:hlinkClr xmlns:ahyp="http://schemas.microsoft.com/office/drawing/2018/hyperlinkcolor" val="tx"/>
                    </a:ext>
                  </a:extLst>
                </a:hlinkClick>
              </a:rPr>
              <a:t>tiempo</a:t>
            </a:r>
            <a:r>
              <a:rPr lang="en-US" dirty="0">
                <a:solidFill>
                  <a:schemeClr val="lt1"/>
                </a:solidFill>
                <a:uFill>
                  <a:noFill/>
                </a:uFill>
                <a:latin typeface="Anaheim"/>
                <a:ea typeface="Anaheim"/>
                <a:cs typeface="Anaheim"/>
                <a:sym typeface="Anaheim"/>
                <a:hlinkClick r:id="rId4">
                  <a:extLst>
                    <a:ext uri="{A12FA001-AC4F-418D-AE19-62706E023703}">
                      <ahyp:hlinkClr xmlns:ahyp="http://schemas.microsoft.com/office/drawing/2018/hyperlinkcolor" val="tx"/>
                    </a:ext>
                  </a:extLst>
                </a:hlinkClick>
              </a:rPr>
              <a:t> que llevan en el mercado.</a:t>
            </a:r>
          </a:p>
          <a:p>
            <a:pPr marL="457200" lvl="0" indent="-317500" rtl="0">
              <a:lnSpc>
                <a:spcPct val="115000"/>
              </a:lnSpc>
              <a:spcBef>
                <a:spcPts val="0"/>
              </a:spcBef>
              <a:spcAft>
                <a:spcPts val="0"/>
              </a:spcAft>
              <a:buClr>
                <a:schemeClr val="lt1"/>
              </a:buClr>
              <a:buSzPts val="1400"/>
              <a:buFont typeface="Anaheim"/>
              <a:buChar char="●"/>
            </a:pPr>
            <a:r>
              <a:rPr lang="es-ES" dirty="0">
                <a:solidFill>
                  <a:schemeClr val="lt1"/>
                </a:solidFill>
                <a:uFill>
                  <a:noFill/>
                </a:uFill>
                <a:latin typeface="Anaheim"/>
                <a:ea typeface="Anaheim"/>
                <a:cs typeface="Anaheim"/>
                <a:sym typeface="Anaheim"/>
              </a:rPr>
              <a:t>La atomicidad de las operaciones en la base de datos. Esto es, que en estas bases de datos o se hace la operación entera o no se hace utilizando la famosa técnica del rollback.</a:t>
            </a:r>
            <a:endParaRPr lang="en" dirty="0">
              <a:solidFill>
                <a:schemeClr val="lt1"/>
              </a:solidFill>
              <a:uFill>
                <a:noFill/>
              </a:uFill>
              <a:latin typeface="Anaheim"/>
              <a:ea typeface="Anaheim"/>
              <a:cs typeface="Anaheim"/>
              <a:sym typeface="Anaheim"/>
            </a:endParaRPr>
          </a:p>
          <a:p>
            <a:pPr marL="457200" lvl="0" indent="-317500" rtl="0">
              <a:lnSpc>
                <a:spcPct val="115000"/>
              </a:lnSpc>
              <a:spcBef>
                <a:spcPts val="0"/>
              </a:spcBef>
              <a:spcAft>
                <a:spcPts val="0"/>
              </a:spcAft>
              <a:buClr>
                <a:schemeClr val="lt1"/>
              </a:buClr>
              <a:buSzPts val="1400"/>
              <a:buFont typeface="Anaheim"/>
              <a:buChar char="●"/>
            </a:pPr>
            <a:r>
              <a:rPr lang="en" dirty="0">
                <a:solidFill>
                  <a:schemeClr val="lt1"/>
                </a:solidFill>
                <a:uFill>
                  <a:noFill/>
                </a:uFill>
                <a:latin typeface="Anaheim"/>
                <a:ea typeface="Anaheim"/>
                <a:cs typeface="Anaheim"/>
                <a:sym typeface="Anaheim"/>
              </a:rPr>
              <a:t>Los datos deben cumplir requisitos de integridad tanto en tipo de dato como compatibilidad.</a:t>
            </a:r>
          </a:p>
          <a:p>
            <a:pPr marL="457200" lvl="0" indent="-317500" algn="l" rtl="0">
              <a:lnSpc>
                <a:spcPct val="115000"/>
              </a:lnSpc>
              <a:spcBef>
                <a:spcPts val="0"/>
              </a:spcBef>
              <a:spcAft>
                <a:spcPts val="0"/>
              </a:spcAft>
              <a:buClr>
                <a:schemeClr val="lt1"/>
              </a:buClr>
              <a:buSzPts val="1400"/>
              <a:buFont typeface="Anaheim"/>
              <a:buChar char="●"/>
            </a:pPr>
            <a:endParaRPr lang="en" dirty="0">
              <a:solidFill>
                <a:schemeClr val="lt1"/>
              </a:solidFill>
              <a:uFill>
                <a:noFill/>
              </a:uFill>
              <a:latin typeface="Anaheim"/>
              <a:ea typeface="Anaheim"/>
              <a:cs typeface="Anaheim"/>
              <a:sym typeface="Anaheim"/>
            </a:endParaRPr>
          </a:p>
          <a:p>
            <a:pPr marL="139700" lvl="0" algn="l" rtl="0">
              <a:lnSpc>
                <a:spcPct val="115000"/>
              </a:lnSpc>
              <a:spcBef>
                <a:spcPts val="0"/>
              </a:spcBef>
              <a:spcAft>
                <a:spcPts val="0"/>
              </a:spcAft>
              <a:buClr>
                <a:schemeClr val="lt1"/>
              </a:buClr>
              <a:buSzPts val="1400"/>
            </a:pPr>
            <a:endParaRPr lang="es-ES" dirty="0">
              <a:solidFill>
                <a:schemeClr val="lt1"/>
              </a:solidFill>
              <a:latin typeface="Anaheim"/>
              <a:ea typeface="Anaheim"/>
              <a:cs typeface="Anaheim"/>
              <a:sym typeface="Anaheim"/>
            </a:endParaRPr>
          </a:p>
        </p:txBody>
      </p:sp>
      <p:sp>
        <p:nvSpPr>
          <p:cNvPr id="6" name="CuadroTexto 5">
            <a:extLst>
              <a:ext uri="{FF2B5EF4-FFF2-40B4-BE49-F238E27FC236}">
                <a16:creationId xmlns:a16="http://schemas.microsoft.com/office/drawing/2014/main" id="{1A00E4F6-A1F9-0CF1-7285-AD40E73B9E34}"/>
              </a:ext>
            </a:extLst>
          </p:cNvPr>
          <p:cNvSpPr txBox="1"/>
          <p:nvPr/>
        </p:nvSpPr>
        <p:spPr>
          <a:xfrm>
            <a:off x="359128" y="3147039"/>
            <a:ext cx="8617958" cy="1733423"/>
          </a:xfrm>
          <a:prstGeom prst="rect">
            <a:avLst/>
          </a:prstGeom>
          <a:noFill/>
        </p:spPr>
        <p:txBody>
          <a:bodyPr wrap="square">
            <a:spAutoFit/>
          </a:bodyPr>
          <a:lstStyle/>
          <a:p>
            <a:pPr marL="0" marR="0" lvl="0" indent="0" algn="l"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
                  <a:noFill/>
                </a:uFill>
                <a:latin typeface="Anaheim"/>
                <a:ea typeface="Anaheim"/>
                <a:cs typeface="Anaheim"/>
                <a:sym typeface="Anaheim"/>
                <a:hlinkClick r:id="rId3">
                  <a:extLst>
                    <a:ext uri="{A12FA001-AC4F-418D-AE19-62706E023703}">
                      <ahyp:hlinkClr xmlns:ahyp="http://schemas.microsoft.com/office/drawing/2018/hyperlinkcolor" val="tx"/>
                    </a:ext>
                  </a:extLst>
                </a:hlinkClick>
              </a:rPr>
              <a:t>DESVENTAJAS:</a:t>
            </a:r>
          </a:p>
          <a:p>
            <a:pPr marL="457200" marR="0" lvl="0" indent="-317500" algn="l" defTabSz="914400" rtl="0" eaLnBrk="1" fontAlgn="auto" latinLnBrk="0" hangingPunct="1">
              <a:lnSpc>
                <a:spcPct val="115000"/>
              </a:lnSpc>
              <a:spcBef>
                <a:spcPts val="1600"/>
              </a:spcBef>
              <a:spcAft>
                <a:spcPts val="0"/>
              </a:spcAft>
              <a:buClr>
                <a:srgbClr val="FFFFFF"/>
              </a:buClr>
              <a:buSzPts val="1400"/>
              <a:buFont typeface="Anaheim"/>
              <a:buChar char="●"/>
              <a:tabLst/>
              <a:defRPr/>
            </a:pPr>
            <a:r>
              <a:rPr kumimoji="0" lang="es-ES" sz="1400" b="0" i="0" u="none" strike="noStrike" kern="0" cap="none" spc="0" normalizeH="0" baseline="0" dirty="0">
                <a:ln>
                  <a:noFill/>
                </a:ln>
                <a:solidFill>
                  <a:srgbClr val="FFFFFF"/>
                </a:solidFill>
                <a:effectLst/>
                <a:uLnTx/>
                <a:uFill>
                  <a:noFill/>
                </a:uFill>
                <a:latin typeface="Anaheim"/>
                <a:ea typeface="Anaheim"/>
                <a:cs typeface="Anaheim"/>
                <a:sym typeface="Anaheim"/>
              </a:rPr>
              <a:t>La atomicidad de las operaciones juega un papel crucial en el re</a:t>
            </a:r>
            <a:r>
              <a:rPr lang="es-ES" dirty="0">
                <a:solidFill>
                  <a:srgbClr val="FFFFFF"/>
                </a:solidFill>
                <a:uFill>
                  <a:noFill/>
                </a:uFill>
                <a:latin typeface="Anaheim"/>
                <a:ea typeface="Anaheim"/>
                <a:cs typeface="Anaheim"/>
                <a:sym typeface="Anaheim"/>
              </a:rPr>
              <a:t>ndimiento de las bases de datos, haciendo que este tipo de BDD no siempre sea la que mayor rendimiento ofrezca.</a:t>
            </a:r>
          </a:p>
          <a:p>
            <a:pPr marL="457200" marR="0" lvl="0" indent="-317500" algn="l" defTabSz="914400" rtl="0" eaLnBrk="1" fontAlgn="auto" latinLnBrk="0" hangingPunct="1">
              <a:lnSpc>
                <a:spcPct val="115000"/>
              </a:lnSpc>
              <a:spcBef>
                <a:spcPts val="1600"/>
              </a:spcBef>
              <a:spcAft>
                <a:spcPts val="0"/>
              </a:spcAft>
              <a:buClr>
                <a:srgbClr val="FFFFFF"/>
              </a:buClr>
              <a:buSzPts val="1400"/>
              <a:buFont typeface="Anaheim"/>
              <a:buChar char="●"/>
              <a:tabLst/>
              <a:defRPr/>
            </a:pPr>
            <a:r>
              <a:rPr kumimoji="0" lang="es-ES" sz="1400" b="0" i="0" u="none" strike="noStrike" kern="0" cap="none" spc="0" normalizeH="0" baseline="0" dirty="0">
                <a:ln>
                  <a:noFill/>
                </a:ln>
                <a:solidFill>
                  <a:srgbClr val="FFFFFF"/>
                </a:solidFill>
                <a:effectLst/>
                <a:uLnTx/>
                <a:uFill>
                  <a:noFill/>
                </a:uFill>
                <a:latin typeface="Anaheim"/>
                <a:ea typeface="Anaheim"/>
                <a:cs typeface="Anaheim"/>
                <a:sym typeface="Anaheim"/>
              </a:rPr>
              <a:t>Escalabilidad</a:t>
            </a:r>
            <a:r>
              <a:rPr lang="es-ES" dirty="0">
                <a:solidFill>
                  <a:srgbClr val="FFFFFF"/>
                </a:solidFill>
                <a:uFill>
                  <a:noFill/>
                </a:uFill>
                <a:latin typeface="Anaheim"/>
                <a:ea typeface="Anaheim"/>
                <a:cs typeface="Anaheim"/>
                <a:sym typeface="Anaheim"/>
              </a:rPr>
              <a:t>: aunque está probada en muchos entornos productivos, por norma suele ser inferior a las bases de datos NoSQL.</a:t>
            </a:r>
            <a:endParaRPr kumimoji="0" lang="es-ES" sz="1400" b="0" i="0" u="none" strike="noStrike" kern="0" cap="none" spc="0" normalizeH="0" baseline="0" dirty="0">
              <a:ln>
                <a:noFill/>
              </a:ln>
              <a:solidFill>
                <a:srgbClr val="FFFFFF"/>
              </a:solidFill>
              <a:effectLst/>
              <a:uLnTx/>
              <a:uFillTx/>
              <a:latin typeface="Anaheim"/>
              <a:ea typeface="Anaheim"/>
              <a:cs typeface="Anaheim"/>
              <a:sym typeface="Anaheim"/>
            </a:endParaRPr>
          </a:p>
        </p:txBody>
      </p:sp>
    </p:spTree>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24"/>
        <p:cNvGrpSpPr/>
        <p:nvPr/>
      </p:nvGrpSpPr>
      <p:grpSpPr>
        <a:xfrm>
          <a:off x="0" y="0"/>
          <a:ext cx="0" cy="0"/>
          <a:chOff x="0" y="0"/>
          <a:chExt cx="0" cy="0"/>
        </a:xfrm>
      </p:grpSpPr>
      <p:pic>
        <p:nvPicPr>
          <p:cNvPr id="5" name="Imagen 4">
            <a:extLst>
              <a:ext uri="{FF2B5EF4-FFF2-40B4-BE49-F238E27FC236}">
                <a16:creationId xmlns:a16="http://schemas.microsoft.com/office/drawing/2014/main" id="{14E44D2F-62C9-DB06-6BAC-0E0A7C46F29B}"/>
              </a:ext>
            </a:extLst>
          </p:cNvPr>
          <p:cNvPicPr>
            <a:picLocks noChangeAspect="1"/>
          </p:cNvPicPr>
          <p:nvPr/>
        </p:nvPicPr>
        <p:blipFill>
          <a:blip r:embed="rId3"/>
          <a:stretch>
            <a:fillRect/>
          </a:stretch>
        </p:blipFill>
        <p:spPr>
          <a:xfrm>
            <a:off x="1143000" y="0"/>
            <a:ext cx="6858000" cy="5143500"/>
          </a:xfrm>
          <a:prstGeom prst="rect">
            <a:avLst/>
          </a:prstGeom>
        </p:spPr>
      </p:pic>
    </p:spTree>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32"/>
          <p:cNvSpPr txBox="1">
            <a:spLocks noGrp="1"/>
          </p:cNvSpPr>
          <p:nvPr>
            <p:ph type="title"/>
          </p:nvPr>
        </p:nvSpPr>
        <p:spPr>
          <a:xfrm>
            <a:off x="454800" y="2714625"/>
            <a:ext cx="8425200" cy="447900"/>
          </a:xfrm>
          <a:prstGeom prst="rect">
            <a:avLst/>
          </a:prstGeom>
        </p:spPr>
        <p:txBody>
          <a:bodyPr spcFirstLastPara="1" wrap="square" lIns="91425" tIns="0" rIns="91425" bIns="0" anchor="ctr" anchorCtr="0">
            <a:noAutofit/>
          </a:bodyPr>
          <a:lstStyle/>
          <a:p>
            <a:pPr marL="0" lvl="0" indent="0" algn="ctr" rtl="0">
              <a:spcBef>
                <a:spcPts val="0"/>
              </a:spcBef>
              <a:spcAft>
                <a:spcPts val="0"/>
              </a:spcAft>
              <a:buNone/>
            </a:pPr>
            <a:r>
              <a:rPr lang="en" dirty="0"/>
              <a:t>TABLAS</a:t>
            </a:r>
            <a:endParaRPr dirty="0"/>
          </a:p>
        </p:txBody>
      </p:sp>
      <p:sp>
        <p:nvSpPr>
          <p:cNvPr id="375" name="Google Shape;375;p32"/>
          <p:cNvSpPr txBox="1">
            <a:spLocks noGrp="1"/>
          </p:cNvSpPr>
          <p:nvPr>
            <p:ph type="title" idx="2"/>
          </p:nvPr>
        </p:nvSpPr>
        <p:spPr>
          <a:xfrm>
            <a:off x="454800" y="2150850"/>
            <a:ext cx="8425200" cy="489600"/>
          </a:xfrm>
          <a:prstGeom prst="rect">
            <a:avLst/>
          </a:prstGeom>
        </p:spPr>
        <p:txBody>
          <a:bodyPr spcFirstLastPara="1" wrap="square" lIns="91425" tIns="0" rIns="91425" bIns="0" anchor="b" anchorCtr="0">
            <a:noAutofit/>
          </a:bodyPr>
          <a:lstStyle/>
          <a:p>
            <a:pPr marL="0" lvl="0" indent="0" algn="ctr" rtl="0">
              <a:spcBef>
                <a:spcPts val="0"/>
              </a:spcBef>
              <a:spcAft>
                <a:spcPts val="0"/>
              </a:spcAft>
              <a:buNone/>
            </a:pPr>
            <a:r>
              <a:rPr lang="en" dirty="0"/>
              <a:t>03</a:t>
            </a:r>
            <a:endParaRPr dirty="0"/>
          </a:p>
        </p:txBody>
      </p:sp>
    </p:spTree>
    <p:extLst>
      <p:ext uri="{BB962C8B-B14F-4D97-AF65-F5344CB8AC3E}">
        <p14:creationId xmlns:p14="http://schemas.microsoft.com/office/powerpoint/2010/main" val="227747994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70EA4A93-A207-CA0D-E702-EE596414B16B}"/>
              </a:ext>
            </a:extLst>
          </p:cNvPr>
          <p:cNvSpPr>
            <a:spLocks noGrp="1"/>
          </p:cNvSpPr>
          <p:nvPr>
            <p:ph type="title"/>
          </p:nvPr>
        </p:nvSpPr>
        <p:spPr/>
        <p:txBody>
          <a:bodyPr/>
          <a:lstStyle/>
          <a:p>
            <a:r>
              <a:rPr lang="es-ES" dirty="0"/>
              <a:t>COMO CREAR UNA TABLA?</a:t>
            </a:r>
          </a:p>
        </p:txBody>
      </p:sp>
      <p:pic>
        <p:nvPicPr>
          <p:cNvPr id="24" name="Imagen 23">
            <a:extLst>
              <a:ext uri="{FF2B5EF4-FFF2-40B4-BE49-F238E27FC236}">
                <a16:creationId xmlns:a16="http://schemas.microsoft.com/office/drawing/2014/main" id="{722BB070-D2D5-3250-3103-8F6DAB4027A3}"/>
              </a:ext>
            </a:extLst>
          </p:cNvPr>
          <p:cNvPicPr>
            <a:picLocks noChangeAspect="1"/>
          </p:cNvPicPr>
          <p:nvPr/>
        </p:nvPicPr>
        <p:blipFill>
          <a:blip r:embed="rId2"/>
          <a:stretch>
            <a:fillRect/>
          </a:stretch>
        </p:blipFill>
        <p:spPr>
          <a:xfrm>
            <a:off x="2026922" y="1012200"/>
            <a:ext cx="4670048" cy="3923868"/>
          </a:xfrm>
          <a:prstGeom prst="rect">
            <a:avLst/>
          </a:prstGeom>
        </p:spPr>
      </p:pic>
      <p:sp>
        <p:nvSpPr>
          <p:cNvPr id="25" name="Elipse 24">
            <a:extLst>
              <a:ext uri="{FF2B5EF4-FFF2-40B4-BE49-F238E27FC236}">
                <a16:creationId xmlns:a16="http://schemas.microsoft.com/office/drawing/2014/main" id="{6A136C0A-A112-164A-CCCE-644065535166}"/>
              </a:ext>
            </a:extLst>
          </p:cNvPr>
          <p:cNvSpPr/>
          <p:nvPr/>
        </p:nvSpPr>
        <p:spPr>
          <a:xfrm>
            <a:off x="3406226" y="3349311"/>
            <a:ext cx="214798" cy="19594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29" name="Conector recto de flecha 28">
            <a:extLst>
              <a:ext uri="{FF2B5EF4-FFF2-40B4-BE49-F238E27FC236}">
                <a16:creationId xmlns:a16="http://schemas.microsoft.com/office/drawing/2014/main" id="{BFA7B482-54AD-7106-51F1-A0B8BDEEEC11}"/>
              </a:ext>
            </a:extLst>
          </p:cNvPr>
          <p:cNvCxnSpPr>
            <a:cxnSpLocks/>
            <a:stCxn id="25" idx="6"/>
          </p:cNvCxnSpPr>
          <p:nvPr/>
        </p:nvCxnSpPr>
        <p:spPr>
          <a:xfrm flipV="1">
            <a:off x="3621024" y="3159252"/>
            <a:ext cx="738631" cy="28803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adroTexto 29">
            <a:extLst>
              <a:ext uri="{FF2B5EF4-FFF2-40B4-BE49-F238E27FC236}">
                <a16:creationId xmlns:a16="http://schemas.microsoft.com/office/drawing/2014/main" id="{69BD7F1F-C390-93D9-9E0B-A9E4F45EFB02}"/>
              </a:ext>
            </a:extLst>
          </p:cNvPr>
          <p:cNvSpPr txBox="1"/>
          <p:nvPr/>
        </p:nvSpPr>
        <p:spPr>
          <a:xfrm>
            <a:off x="4388651" y="2918424"/>
            <a:ext cx="1850571" cy="430887"/>
          </a:xfrm>
          <a:prstGeom prst="rect">
            <a:avLst/>
          </a:prstGeom>
          <a:noFill/>
        </p:spPr>
        <p:txBody>
          <a:bodyPr wrap="square" rtlCol="0">
            <a:spAutoFit/>
          </a:bodyPr>
          <a:lstStyle/>
          <a:p>
            <a:r>
              <a:rPr lang="es-ES" sz="1100" dirty="0">
                <a:solidFill>
                  <a:srgbClr val="FF0000"/>
                </a:solidFill>
                <a:latin typeface="Anaheim" panose="020B0604020202020204" charset="0"/>
              </a:rPr>
              <a:t>1. Seleccionas el ícono “place a new table”</a:t>
            </a:r>
          </a:p>
        </p:txBody>
      </p:sp>
      <p:sp>
        <p:nvSpPr>
          <p:cNvPr id="31" name="Rectángulo 30">
            <a:extLst>
              <a:ext uri="{FF2B5EF4-FFF2-40B4-BE49-F238E27FC236}">
                <a16:creationId xmlns:a16="http://schemas.microsoft.com/office/drawing/2014/main" id="{8088CD49-542A-93B0-FD73-C6F8C6791D79}"/>
              </a:ext>
            </a:extLst>
          </p:cNvPr>
          <p:cNvSpPr/>
          <p:nvPr/>
        </p:nvSpPr>
        <p:spPr>
          <a:xfrm>
            <a:off x="5093789" y="3915856"/>
            <a:ext cx="767515" cy="43088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32" name="Conector recto de flecha 31">
            <a:extLst>
              <a:ext uri="{FF2B5EF4-FFF2-40B4-BE49-F238E27FC236}">
                <a16:creationId xmlns:a16="http://schemas.microsoft.com/office/drawing/2014/main" id="{4D2992F3-D27B-B9E8-865E-E09769AD32DF}"/>
              </a:ext>
            </a:extLst>
          </p:cNvPr>
          <p:cNvCxnSpPr>
            <a:cxnSpLocks/>
          </p:cNvCxnSpPr>
          <p:nvPr/>
        </p:nvCxnSpPr>
        <p:spPr>
          <a:xfrm flipH="1">
            <a:off x="4679261" y="4178456"/>
            <a:ext cx="414528" cy="13579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CuadroTexto 33">
            <a:extLst>
              <a:ext uri="{FF2B5EF4-FFF2-40B4-BE49-F238E27FC236}">
                <a16:creationId xmlns:a16="http://schemas.microsoft.com/office/drawing/2014/main" id="{3E455E28-22EF-6353-CFDC-9E695E99D1CB}"/>
              </a:ext>
            </a:extLst>
          </p:cNvPr>
          <p:cNvSpPr txBox="1"/>
          <p:nvPr/>
        </p:nvSpPr>
        <p:spPr>
          <a:xfrm>
            <a:off x="3704771" y="4425962"/>
            <a:ext cx="1734457" cy="430887"/>
          </a:xfrm>
          <a:prstGeom prst="rect">
            <a:avLst/>
          </a:prstGeom>
          <a:noFill/>
        </p:spPr>
        <p:txBody>
          <a:bodyPr wrap="square" rtlCol="0">
            <a:spAutoFit/>
          </a:bodyPr>
          <a:lstStyle/>
          <a:p>
            <a:r>
              <a:rPr lang="es-ES" sz="1100" dirty="0">
                <a:solidFill>
                  <a:srgbClr val="FF0000"/>
                </a:solidFill>
                <a:latin typeface="Anaheim" panose="020B0604020202020204" charset="0"/>
              </a:rPr>
              <a:t>2. </a:t>
            </a:r>
            <a:r>
              <a:rPr lang="es-ES" sz="1100" dirty="0" err="1">
                <a:solidFill>
                  <a:srgbClr val="FF0000"/>
                </a:solidFill>
                <a:latin typeface="Anaheim" panose="020B0604020202020204" charset="0"/>
              </a:rPr>
              <a:t>Click</a:t>
            </a:r>
            <a:r>
              <a:rPr lang="es-ES" sz="1100" dirty="0">
                <a:solidFill>
                  <a:srgbClr val="FF0000"/>
                </a:solidFill>
                <a:latin typeface="Anaheim" panose="020B0604020202020204" charset="0"/>
              </a:rPr>
              <a:t> en el lugar donde desees insertar la tabla</a:t>
            </a:r>
          </a:p>
        </p:txBody>
      </p:sp>
    </p:spTree>
    <p:extLst>
      <p:ext uri="{BB962C8B-B14F-4D97-AF65-F5344CB8AC3E}">
        <p14:creationId xmlns:p14="http://schemas.microsoft.com/office/powerpoint/2010/main" val="3651392133"/>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B912435C-B171-F7DF-0EFE-875FF34E34DE}"/>
              </a:ext>
            </a:extLst>
          </p:cNvPr>
          <p:cNvPicPr>
            <a:picLocks noChangeAspect="1"/>
          </p:cNvPicPr>
          <p:nvPr/>
        </p:nvPicPr>
        <p:blipFill rotWithShape="1">
          <a:blip r:embed="rId2"/>
          <a:srcRect r="25031"/>
          <a:stretch/>
        </p:blipFill>
        <p:spPr>
          <a:xfrm>
            <a:off x="1204167" y="711103"/>
            <a:ext cx="6880810" cy="4223851"/>
          </a:xfrm>
          <a:prstGeom prst="rect">
            <a:avLst/>
          </a:prstGeom>
        </p:spPr>
      </p:pic>
      <p:cxnSp>
        <p:nvCxnSpPr>
          <p:cNvPr id="10" name="Conector recto de flecha 9">
            <a:extLst>
              <a:ext uri="{FF2B5EF4-FFF2-40B4-BE49-F238E27FC236}">
                <a16:creationId xmlns:a16="http://schemas.microsoft.com/office/drawing/2014/main" id="{D1190A05-C3FB-4CD4-DCC7-C779F7518211}"/>
              </a:ext>
            </a:extLst>
          </p:cNvPr>
          <p:cNvCxnSpPr/>
          <p:nvPr/>
        </p:nvCxnSpPr>
        <p:spPr>
          <a:xfrm flipV="1">
            <a:off x="4143828" y="2206171"/>
            <a:ext cx="428172" cy="36557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onector recto de flecha 11">
            <a:extLst>
              <a:ext uri="{FF2B5EF4-FFF2-40B4-BE49-F238E27FC236}">
                <a16:creationId xmlns:a16="http://schemas.microsoft.com/office/drawing/2014/main" id="{D900B4D0-32C9-C0DF-EA23-157509EBBF30}"/>
              </a:ext>
            </a:extLst>
          </p:cNvPr>
          <p:cNvCxnSpPr/>
          <p:nvPr/>
        </p:nvCxnSpPr>
        <p:spPr>
          <a:xfrm flipH="1">
            <a:off x="3403600" y="2793857"/>
            <a:ext cx="428171"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Rectángulo 14">
            <a:extLst>
              <a:ext uri="{FF2B5EF4-FFF2-40B4-BE49-F238E27FC236}">
                <a16:creationId xmlns:a16="http://schemas.microsoft.com/office/drawing/2014/main" id="{DDDF2391-EFB4-2135-29FD-2CEEF9FDD7EE}"/>
              </a:ext>
            </a:extLst>
          </p:cNvPr>
          <p:cNvSpPr/>
          <p:nvPr/>
        </p:nvSpPr>
        <p:spPr>
          <a:xfrm>
            <a:off x="3831771" y="2866571"/>
            <a:ext cx="1045029" cy="60375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20" name="Conector recto de flecha 19">
            <a:extLst>
              <a:ext uri="{FF2B5EF4-FFF2-40B4-BE49-F238E27FC236}">
                <a16:creationId xmlns:a16="http://schemas.microsoft.com/office/drawing/2014/main" id="{43E9A541-B161-6298-7029-6BC94B464FA1}"/>
              </a:ext>
            </a:extLst>
          </p:cNvPr>
          <p:cNvCxnSpPr>
            <a:cxnSpLocks/>
            <a:stCxn id="15" idx="3"/>
          </p:cNvCxnSpPr>
          <p:nvPr/>
        </p:nvCxnSpPr>
        <p:spPr>
          <a:xfrm flipV="1">
            <a:off x="4876800" y="2904269"/>
            <a:ext cx="645885" cy="26417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3" name="CuadroTexto 22">
            <a:extLst>
              <a:ext uri="{FF2B5EF4-FFF2-40B4-BE49-F238E27FC236}">
                <a16:creationId xmlns:a16="http://schemas.microsoft.com/office/drawing/2014/main" id="{BFBFD696-CA73-4585-759F-F3439CE63FA5}"/>
              </a:ext>
            </a:extLst>
          </p:cNvPr>
          <p:cNvSpPr txBox="1"/>
          <p:nvPr/>
        </p:nvSpPr>
        <p:spPr>
          <a:xfrm>
            <a:off x="5625591" y="2764828"/>
            <a:ext cx="863599" cy="292388"/>
          </a:xfrm>
          <a:prstGeom prst="rect">
            <a:avLst/>
          </a:prstGeom>
          <a:noFill/>
        </p:spPr>
        <p:txBody>
          <a:bodyPr wrap="square" rtlCol="0">
            <a:spAutoFit/>
          </a:bodyPr>
          <a:lstStyle/>
          <a:p>
            <a:r>
              <a:rPr lang="es-ES" sz="1300" dirty="0">
                <a:solidFill>
                  <a:srgbClr val="FF0000"/>
                </a:solidFill>
                <a:latin typeface="Anaheim" panose="020B0604020202020204" charset="0"/>
              </a:rPr>
              <a:t>atributos</a:t>
            </a:r>
          </a:p>
        </p:txBody>
      </p:sp>
      <p:sp>
        <p:nvSpPr>
          <p:cNvPr id="24" name="CuadroTexto 23">
            <a:extLst>
              <a:ext uri="{FF2B5EF4-FFF2-40B4-BE49-F238E27FC236}">
                <a16:creationId xmlns:a16="http://schemas.microsoft.com/office/drawing/2014/main" id="{27FF64E0-C4DD-E6D5-9F6F-433C2E327A02}"/>
              </a:ext>
            </a:extLst>
          </p:cNvPr>
          <p:cNvSpPr txBox="1"/>
          <p:nvPr/>
        </p:nvSpPr>
        <p:spPr>
          <a:xfrm>
            <a:off x="4572000" y="2038206"/>
            <a:ext cx="1618343" cy="292388"/>
          </a:xfrm>
          <a:prstGeom prst="rect">
            <a:avLst/>
          </a:prstGeom>
          <a:noFill/>
        </p:spPr>
        <p:txBody>
          <a:bodyPr wrap="square" rtlCol="0">
            <a:spAutoFit/>
          </a:bodyPr>
          <a:lstStyle/>
          <a:p>
            <a:r>
              <a:rPr lang="es-ES" sz="1300" dirty="0">
                <a:solidFill>
                  <a:srgbClr val="FF0000"/>
                </a:solidFill>
                <a:latin typeface="Anaheim" panose="020B0604020202020204" charset="0"/>
              </a:rPr>
              <a:t>Nombre de la tabla</a:t>
            </a:r>
          </a:p>
        </p:txBody>
      </p:sp>
      <p:sp>
        <p:nvSpPr>
          <p:cNvPr id="25" name="CuadroTexto 24">
            <a:extLst>
              <a:ext uri="{FF2B5EF4-FFF2-40B4-BE49-F238E27FC236}">
                <a16:creationId xmlns:a16="http://schemas.microsoft.com/office/drawing/2014/main" id="{8E641A68-3CEE-90B3-D907-E18ED745CC19}"/>
              </a:ext>
            </a:extLst>
          </p:cNvPr>
          <p:cNvSpPr txBox="1"/>
          <p:nvPr/>
        </p:nvSpPr>
        <p:spPr>
          <a:xfrm>
            <a:off x="2849213" y="2658047"/>
            <a:ext cx="863599" cy="492443"/>
          </a:xfrm>
          <a:prstGeom prst="rect">
            <a:avLst/>
          </a:prstGeom>
          <a:noFill/>
        </p:spPr>
        <p:txBody>
          <a:bodyPr wrap="square" rtlCol="0">
            <a:spAutoFit/>
          </a:bodyPr>
          <a:lstStyle/>
          <a:p>
            <a:r>
              <a:rPr lang="es-ES" sz="1300" dirty="0" err="1">
                <a:solidFill>
                  <a:srgbClr val="FF0000"/>
                </a:solidFill>
                <a:latin typeface="Anaheim" panose="020B0604020202020204" charset="0"/>
              </a:rPr>
              <a:t>LLave</a:t>
            </a:r>
            <a:r>
              <a:rPr lang="es-ES" sz="1300" dirty="0">
                <a:solidFill>
                  <a:srgbClr val="FF0000"/>
                </a:solidFill>
                <a:latin typeface="Anaheim" panose="020B0604020202020204" charset="0"/>
              </a:rPr>
              <a:t> primaria</a:t>
            </a:r>
          </a:p>
        </p:txBody>
      </p:sp>
    </p:spTree>
    <p:extLst>
      <p:ext uri="{BB962C8B-B14F-4D97-AF65-F5344CB8AC3E}">
        <p14:creationId xmlns:p14="http://schemas.microsoft.com/office/powerpoint/2010/main" val="3711588067"/>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DFA790FB-9E99-2FC8-C66A-828CF0CE17B8}"/>
              </a:ext>
            </a:extLst>
          </p:cNvPr>
          <p:cNvPicPr>
            <a:picLocks noChangeAspect="1"/>
          </p:cNvPicPr>
          <p:nvPr/>
        </p:nvPicPr>
        <p:blipFill>
          <a:blip r:embed="rId2"/>
          <a:stretch>
            <a:fillRect/>
          </a:stretch>
        </p:blipFill>
        <p:spPr>
          <a:xfrm>
            <a:off x="371702" y="1313542"/>
            <a:ext cx="4298517" cy="2640239"/>
          </a:xfrm>
          <a:prstGeom prst="rect">
            <a:avLst/>
          </a:prstGeom>
        </p:spPr>
      </p:pic>
      <p:sp>
        <p:nvSpPr>
          <p:cNvPr id="8" name="Rectángulo 7">
            <a:extLst>
              <a:ext uri="{FF2B5EF4-FFF2-40B4-BE49-F238E27FC236}">
                <a16:creationId xmlns:a16="http://schemas.microsoft.com/office/drawing/2014/main" id="{072D1F73-6139-9B7D-0B63-8B8588AC0B60}"/>
              </a:ext>
            </a:extLst>
          </p:cNvPr>
          <p:cNvSpPr/>
          <p:nvPr/>
        </p:nvSpPr>
        <p:spPr>
          <a:xfrm>
            <a:off x="1589314" y="1719943"/>
            <a:ext cx="1545772" cy="687977"/>
          </a:xfrm>
          <a:prstGeom prst="rect">
            <a:avLst/>
          </a:prstGeom>
          <a:noFill/>
          <a:ln w="952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s-ES"/>
          </a:p>
        </p:txBody>
      </p:sp>
      <p:cxnSp>
        <p:nvCxnSpPr>
          <p:cNvPr id="10" name="Conector recto de flecha 9">
            <a:extLst>
              <a:ext uri="{FF2B5EF4-FFF2-40B4-BE49-F238E27FC236}">
                <a16:creationId xmlns:a16="http://schemas.microsoft.com/office/drawing/2014/main" id="{C1909901-3D58-C2F4-43CA-BBA1184F8E58}"/>
              </a:ext>
            </a:extLst>
          </p:cNvPr>
          <p:cNvCxnSpPr/>
          <p:nvPr/>
        </p:nvCxnSpPr>
        <p:spPr>
          <a:xfrm flipV="1">
            <a:off x="2873829" y="928914"/>
            <a:ext cx="834571" cy="791029"/>
          </a:xfrm>
          <a:prstGeom prst="straightConnector1">
            <a:avLst/>
          </a:prstGeom>
          <a:ln>
            <a:solidFill>
              <a:srgbClr val="EC008C"/>
            </a:solidFill>
            <a:tailEnd type="triangle"/>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E3B6CE83-B5FE-9CBD-76D1-E8D6B38918CD}"/>
              </a:ext>
            </a:extLst>
          </p:cNvPr>
          <p:cNvSpPr txBox="1"/>
          <p:nvPr/>
        </p:nvSpPr>
        <p:spPr>
          <a:xfrm>
            <a:off x="3719533" y="775025"/>
            <a:ext cx="1193803" cy="307777"/>
          </a:xfrm>
          <a:prstGeom prst="rect">
            <a:avLst/>
          </a:prstGeom>
          <a:noFill/>
        </p:spPr>
        <p:txBody>
          <a:bodyPr wrap="square" rtlCol="0">
            <a:spAutoFit/>
          </a:bodyPr>
          <a:lstStyle/>
          <a:p>
            <a:r>
              <a:rPr lang="es-ES" dirty="0">
                <a:solidFill>
                  <a:srgbClr val="EC008C"/>
                </a:solidFill>
                <a:latin typeface="Anaheim" panose="020B0604020202020204" charset="0"/>
              </a:rPr>
              <a:t>Tipo de dato</a:t>
            </a:r>
          </a:p>
        </p:txBody>
      </p:sp>
      <p:sp>
        <p:nvSpPr>
          <p:cNvPr id="14" name="Rectángulo 13">
            <a:extLst>
              <a:ext uri="{FF2B5EF4-FFF2-40B4-BE49-F238E27FC236}">
                <a16:creationId xmlns:a16="http://schemas.microsoft.com/office/drawing/2014/main" id="{93A3DC60-CB58-95D4-B595-16F3D54EDF86}"/>
              </a:ext>
            </a:extLst>
          </p:cNvPr>
          <p:cNvSpPr/>
          <p:nvPr/>
        </p:nvSpPr>
        <p:spPr>
          <a:xfrm>
            <a:off x="3153476" y="1719943"/>
            <a:ext cx="1490139" cy="124097"/>
          </a:xfrm>
          <a:prstGeom prst="rect">
            <a:avLst/>
          </a:prstGeom>
          <a:noFill/>
          <a:ln w="9525" cap="flat" cmpd="sng" algn="ctr">
            <a:solidFill>
              <a:schemeClr val="bg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es-ES" dirty="0">
              <a:highlight>
                <a:srgbClr val="00FF00"/>
              </a:highlight>
            </a:endParaRPr>
          </a:p>
        </p:txBody>
      </p:sp>
      <p:cxnSp>
        <p:nvCxnSpPr>
          <p:cNvPr id="17" name="Conector recto de flecha 16">
            <a:extLst>
              <a:ext uri="{FF2B5EF4-FFF2-40B4-BE49-F238E27FC236}">
                <a16:creationId xmlns:a16="http://schemas.microsoft.com/office/drawing/2014/main" id="{7907EFDE-AB72-FA1E-496A-914966815DCD}"/>
              </a:ext>
            </a:extLst>
          </p:cNvPr>
          <p:cNvCxnSpPr>
            <a:cxnSpLocks/>
            <a:stCxn id="14" idx="3"/>
          </p:cNvCxnSpPr>
          <p:nvPr/>
        </p:nvCxnSpPr>
        <p:spPr>
          <a:xfrm flipV="1">
            <a:off x="4643615" y="428064"/>
            <a:ext cx="1056145" cy="1353928"/>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9" name="CuadroTexto 18">
            <a:extLst>
              <a:ext uri="{FF2B5EF4-FFF2-40B4-BE49-F238E27FC236}">
                <a16:creationId xmlns:a16="http://schemas.microsoft.com/office/drawing/2014/main" id="{B63CF33F-BDE8-DA48-9A33-7EC0EB87AF9F}"/>
              </a:ext>
            </a:extLst>
          </p:cNvPr>
          <p:cNvSpPr txBox="1"/>
          <p:nvPr/>
        </p:nvSpPr>
        <p:spPr>
          <a:xfrm>
            <a:off x="5791200" y="120287"/>
            <a:ext cx="1637178" cy="307777"/>
          </a:xfrm>
          <a:prstGeom prst="rect">
            <a:avLst/>
          </a:prstGeom>
          <a:noFill/>
        </p:spPr>
        <p:txBody>
          <a:bodyPr wrap="square" rtlCol="0">
            <a:spAutoFit/>
          </a:bodyPr>
          <a:lstStyle/>
          <a:p>
            <a:r>
              <a:rPr lang="es-ES" dirty="0">
                <a:solidFill>
                  <a:srgbClr val="00FFC5"/>
                </a:solidFill>
                <a:latin typeface="Anaheim" panose="020B0604020202020204" charset="0"/>
              </a:rPr>
              <a:t>Tipo de columna</a:t>
            </a:r>
          </a:p>
        </p:txBody>
      </p:sp>
      <p:sp>
        <p:nvSpPr>
          <p:cNvPr id="23" name="CuadroTexto 22">
            <a:extLst>
              <a:ext uri="{FF2B5EF4-FFF2-40B4-BE49-F238E27FC236}">
                <a16:creationId xmlns:a16="http://schemas.microsoft.com/office/drawing/2014/main" id="{B6E65CB1-7614-60FF-27D6-9D9B94B912FA}"/>
              </a:ext>
            </a:extLst>
          </p:cNvPr>
          <p:cNvSpPr txBox="1"/>
          <p:nvPr/>
        </p:nvSpPr>
        <p:spPr>
          <a:xfrm>
            <a:off x="5687722" y="536921"/>
            <a:ext cx="2984564" cy="4793620"/>
          </a:xfrm>
          <a:prstGeom prst="rect">
            <a:avLst/>
          </a:prstGeom>
          <a:noFill/>
        </p:spPr>
        <p:txBody>
          <a:bodyPr wrap="square" rtlCol="0">
            <a:spAutoFit/>
          </a:bodyPr>
          <a:lstStyle/>
          <a:p>
            <a:pPr marL="285750" indent="-285750">
              <a:buClr>
                <a:srgbClr val="00FFC5"/>
              </a:buClr>
              <a:buFont typeface="Arial" panose="020B0604020202020204" pitchFamily="34" charset="0"/>
              <a:buChar char="•"/>
            </a:pPr>
            <a:r>
              <a:rPr lang="es-ES" sz="1050" b="1" dirty="0">
                <a:solidFill>
                  <a:schemeClr val="bg1">
                    <a:lumMod val="85000"/>
                  </a:schemeClr>
                </a:solidFill>
                <a:latin typeface="Anaheim" panose="020B0604020202020204" charset="0"/>
              </a:rPr>
              <a:t>Primary key (PK): </a:t>
            </a:r>
            <a:r>
              <a:rPr lang="es-ES" sz="1050" b="0" i="0" dirty="0">
                <a:solidFill>
                  <a:schemeClr val="bg1">
                    <a:lumMod val="85000"/>
                  </a:schemeClr>
                </a:solidFill>
                <a:effectLst/>
                <a:latin typeface="Anaheim" panose="020B0604020202020204" charset="0"/>
              </a:rPr>
              <a:t>indica si la columna es la que define al registro, este debe ser único en la tabla y será obligatorio de escribir.</a:t>
            </a:r>
          </a:p>
          <a:p>
            <a:pPr marL="285750" indent="-285750">
              <a:buClr>
                <a:srgbClr val="00FFC5"/>
              </a:buClr>
              <a:buFont typeface="Arial" panose="020B0604020202020204" pitchFamily="34" charset="0"/>
              <a:buChar char="•"/>
            </a:pPr>
            <a:r>
              <a:rPr lang="es-ES" sz="1050" b="1" dirty="0" err="1">
                <a:solidFill>
                  <a:schemeClr val="bg1">
                    <a:lumMod val="85000"/>
                  </a:schemeClr>
                </a:solidFill>
                <a:effectLst/>
                <a:latin typeface="Anaheim" panose="020B0604020202020204" charset="0"/>
              </a:rPr>
              <a:t>Not</a:t>
            </a:r>
            <a:r>
              <a:rPr lang="es-ES" sz="1050" b="1" dirty="0">
                <a:solidFill>
                  <a:schemeClr val="bg1">
                    <a:lumMod val="85000"/>
                  </a:schemeClr>
                </a:solidFill>
                <a:effectLst/>
                <a:latin typeface="Anaheim" panose="020B0604020202020204" charset="0"/>
              </a:rPr>
              <a:t> </a:t>
            </a:r>
            <a:r>
              <a:rPr lang="es-ES" sz="1050" b="1" dirty="0" err="1">
                <a:solidFill>
                  <a:schemeClr val="bg1">
                    <a:lumMod val="85000"/>
                  </a:schemeClr>
                </a:solidFill>
                <a:effectLst/>
                <a:latin typeface="Anaheim" panose="020B0604020202020204" charset="0"/>
              </a:rPr>
              <a:t>Null</a:t>
            </a:r>
            <a:r>
              <a:rPr lang="es-ES" sz="1050" b="1" dirty="0">
                <a:solidFill>
                  <a:schemeClr val="bg1">
                    <a:lumMod val="85000"/>
                  </a:schemeClr>
                </a:solidFill>
                <a:effectLst/>
                <a:latin typeface="Anaheim" panose="020B0604020202020204" charset="0"/>
              </a:rPr>
              <a:t> (NN):</a:t>
            </a:r>
            <a:r>
              <a:rPr lang="es-ES" sz="1050" b="0" dirty="0">
                <a:solidFill>
                  <a:schemeClr val="bg1">
                    <a:lumMod val="85000"/>
                  </a:schemeClr>
                </a:solidFill>
                <a:effectLst/>
                <a:latin typeface="Anaheim" panose="020B0604020202020204" charset="0"/>
              </a:rPr>
              <a:t> </a:t>
            </a:r>
            <a:r>
              <a:rPr lang="es-ES" sz="1050" b="0" i="0" dirty="0">
                <a:solidFill>
                  <a:schemeClr val="bg1">
                    <a:lumMod val="85000"/>
                  </a:schemeClr>
                </a:solidFill>
                <a:effectLst/>
                <a:latin typeface="Anaheim" panose="020B0604020202020204" charset="0"/>
              </a:rPr>
              <a:t>indica que una columna no puede estar vacía, haciéndola obligatoria.</a:t>
            </a:r>
          </a:p>
          <a:p>
            <a:pPr marL="285750" indent="-285750">
              <a:buClr>
                <a:srgbClr val="00FFC5"/>
              </a:buClr>
              <a:buFont typeface="Arial" panose="020B0604020202020204" pitchFamily="34" charset="0"/>
              <a:buChar char="•"/>
            </a:pPr>
            <a:r>
              <a:rPr lang="es-ES" sz="1050" b="1" dirty="0" err="1">
                <a:solidFill>
                  <a:schemeClr val="bg1">
                    <a:lumMod val="85000"/>
                  </a:schemeClr>
                </a:solidFill>
                <a:effectLst/>
                <a:latin typeface="Anaheim" panose="020B0604020202020204" charset="0"/>
              </a:rPr>
              <a:t>Unique</a:t>
            </a:r>
            <a:r>
              <a:rPr lang="es-ES" sz="1050" b="1" dirty="0">
                <a:solidFill>
                  <a:schemeClr val="bg1">
                    <a:lumMod val="85000"/>
                  </a:schemeClr>
                </a:solidFill>
                <a:effectLst/>
                <a:latin typeface="Anaheim" panose="020B0604020202020204" charset="0"/>
              </a:rPr>
              <a:t> index (UQ):</a:t>
            </a:r>
            <a:r>
              <a:rPr lang="es-ES" sz="1050" b="0" dirty="0">
                <a:solidFill>
                  <a:schemeClr val="bg1">
                    <a:lumMod val="85000"/>
                  </a:schemeClr>
                </a:solidFill>
                <a:effectLst/>
                <a:latin typeface="Anaheim" panose="020B0604020202020204" charset="0"/>
              </a:rPr>
              <a:t> </a:t>
            </a:r>
            <a:r>
              <a:rPr lang="es-ES" sz="1050" b="0" i="0" dirty="0">
                <a:solidFill>
                  <a:schemeClr val="bg1">
                    <a:lumMod val="85000"/>
                  </a:schemeClr>
                </a:solidFill>
                <a:effectLst/>
                <a:latin typeface="Anaheim" panose="020B0604020202020204" charset="0"/>
              </a:rPr>
              <a:t>indica que la columna debe ser única, es como el primary key pero sin sus restricciones.</a:t>
            </a:r>
          </a:p>
          <a:p>
            <a:pPr marL="285750" indent="-285750">
              <a:buClr>
                <a:srgbClr val="00FFC5"/>
              </a:buClr>
              <a:buFont typeface="Arial" panose="020B0604020202020204" pitchFamily="34" charset="0"/>
              <a:buChar char="•"/>
            </a:pPr>
            <a:r>
              <a:rPr lang="es-ES" sz="1050" b="1" dirty="0" err="1">
                <a:solidFill>
                  <a:schemeClr val="bg1">
                    <a:lumMod val="85000"/>
                  </a:schemeClr>
                </a:solidFill>
                <a:effectLst/>
                <a:latin typeface="Anaheim" panose="020B0604020202020204" charset="0"/>
              </a:rPr>
              <a:t>Binary</a:t>
            </a:r>
            <a:r>
              <a:rPr lang="es-ES" sz="1050" b="1" dirty="0">
                <a:solidFill>
                  <a:schemeClr val="bg1">
                    <a:lumMod val="85000"/>
                  </a:schemeClr>
                </a:solidFill>
                <a:effectLst/>
                <a:latin typeface="Anaheim" panose="020B0604020202020204" charset="0"/>
              </a:rPr>
              <a:t> (B):</a:t>
            </a:r>
            <a:r>
              <a:rPr lang="es-ES" sz="1050" b="0" dirty="0">
                <a:solidFill>
                  <a:schemeClr val="bg1">
                    <a:lumMod val="85000"/>
                  </a:schemeClr>
                </a:solidFill>
                <a:effectLst/>
                <a:latin typeface="Anaheim" panose="020B0604020202020204" charset="0"/>
              </a:rPr>
              <a:t> </a:t>
            </a:r>
            <a:r>
              <a:rPr lang="es-ES" sz="1050" b="0" i="0" dirty="0">
                <a:solidFill>
                  <a:schemeClr val="bg1">
                    <a:lumMod val="85000"/>
                  </a:schemeClr>
                </a:solidFill>
                <a:effectLst/>
                <a:latin typeface="Anaheim" panose="020B0604020202020204" charset="0"/>
              </a:rPr>
              <a:t>indica que la columna contendrá un valor binario</a:t>
            </a:r>
          </a:p>
          <a:p>
            <a:pPr marL="285750" indent="-285750">
              <a:buClr>
                <a:srgbClr val="00FFC5"/>
              </a:buClr>
              <a:buFont typeface="Arial" panose="020B0604020202020204" pitchFamily="34" charset="0"/>
              <a:buChar char="•"/>
            </a:pPr>
            <a:r>
              <a:rPr lang="es-ES" sz="1050" b="1" dirty="0" err="1">
                <a:solidFill>
                  <a:schemeClr val="bg1">
                    <a:lumMod val="85000"/>
                  </a:schemeClr>
                </a:solidFill>
                <a:effectLst/>
                <a:latin typeface="Anaheim" panose="020B0604020202020204" charset="0"/>
              </a:rPr>
              <a:t>Unsigned</a:t>
            </a:r>
            <a:r>
              <a:rPr lang="es-ES" sz="1050" b="1" dirty="0">
                <a:solidFill>
                  <a:schemeClr val="bg1">
                    <a:lumMod val="85000"/>
                  </a:schemeClr>
                </a:solidFill>
                <a:effectLst/>
                <a:latin typeface="Anaheim" panose="020B0604020202020204" charset="0"/>
              </a:rPr>
              <a:t> (UN)</a:t>
            </a:r>
            <a:r>
              <a:rPr lang="es-ES" sz="1050" b="0" dirty="0">
                <a:solidFill>
                  <a:schemeClr val="bg1">
                    <a:lumMod val="85000"/>
                  </a:schemeClr>
                </a:solidFill>
                <a:effectLst/>
                <a:latin typeface="Anaheim" panose="020B0604020202020204" charset="0"/>
              </a:rPr>
              <a:t>: </a:t>
            </a:r>
            <a:r>
              <a:rPr lang="es-ES" sz="1050" b="0" i="0" dirty="0">
                <a:solidFill>
                  <a:schemeClr val="bg1">
                    <a:lumMod val="85000"/>
                  </a:schemeClr>
                </a:solidFill>
                <a:effectLst/>
                <a:latin typeface="Anaheim" panose="020B0604020202020204" charset="0"/>
              </a:rPr>
              <a:t>indica que si el campo contiene un numero este no podrá ser negativo, haciendo que sea más óptimo, al tener un menor rango de números. </a:t>
            </a:r>
          </a:p>
          <a:p>
            <a:pPr marL="285750" indent="-285750">
              <a:buClr>
                <a:srgbClr val="00FFC5"/>
              </a:buClr>
              <a:buFont typeface="Arial" panose="020B0604020202020204" pitchFamily="34" charset="0"/>
              <a:buChar char="•"/>
            </a:pPr>
            <a:r>
              <a:rPr lang="es-ES" sz="1050" b="1" dirty="0">
                <a:solidFill>
                  <a:schemeClr val="bg1">
                    <a:lumMod val="85000"/>
                  </a:schemeClr>
                </a:solidFill>
                <a:effectLst/>
                <a:latin typeface="Anaheim" panose="020B0604020202020204" charset="0"/>
              </a:rPr>
              <a:t>Zero </a:t>
            </a:r>
            <a:r>
              <a:rPr lang="es-ES" sz="1050" b="1" dirty="0" err="1">
                <a:solidFill>
                  <a:schemeClr val="bg1">
                    <a:lumMod val="85000"/>
                  </a:schemeClr>
                </a:solidFill>
                <a:effectLst/>
                <a:latin typeface="Anaheim" panose="020B0604020202020204" charset="0"/>
              </a:rPr>
              <a:t>Filled</a:t>
            </a:r>
            <a:r>
              <a:rPr lang="es-ES" sz="1050" b="1" dirty="0">
                <a:solidFill>
                  <a:schemeClr val="bg1">
                    <a:lumMod val="85000"/>
                  </a:schemeClr>
                </a:solidFill>
                <a:effectLst/>
                <a:latin typeface="Anaheim" panose="020B0604020202020204" charset="0"/>
              </a:rPr>
              <a:t> (ZF)</a:t>
            </a:r>
            <a:r>
              <a:rPr lang="es-ES" sz="1050" b="0" dirty="0">
                <a:solidFill>
                  <a:schemeClr val="bg1">
                    <a:lumMod val="85000"/>
                  </a:schemeClr>
                </a:solidFill>
                <a:effectLst/>
                <a:latin typeface="Anaheim" panose="020B0604020202020204" charset="0"/>
              </a:rPr>
              <a:t>: </a:t>
            </a:r>
            <a:r>
              <a:rPr lang="es-ES" sz="1050" b="0" i="0" dirty="0">
                <a:solidFill>
                  <a:schemeClr val="bg1">
                    <a:lumMod val="85000"/>
                  </a:schemeClr>
                </a:solidFill>
                <a:effectLst/>
                <a:latin typeface="Anaheim" panose="020B0604020202020204" charset="0"/>
              </a:rPr>
              <a:t>si el campo es numérico, rellena con 0 todas las posiciones a la izquierda para completar hasta su longitud máxima.</a:t>
            </a:r>
          </a:p>
          <a:p>
            <a:pPr marL="285750" indent="-285750">
              <a:buClr>
                <a:srgbClr val="00FFC5"/>
              </a:buClr>
              <a:buFont typeface="Arial" panose="020B0604020202020204" pitchFamily="34" charset="0"/>
              <a:buChar char="•"/>
            </a:pPr>
            <a:r>
              <a:rPr lang="es-ES" sz="1050" b="1" i="0" dirty="0">
                <a:solidFill>
                  <a:schemeClr val="bg1">
                    <a:lumMod val="85000"/>
                  </a:schemeClr>
                </a:solidFill>
                <a:effectLst/>
                <a:latin typeface="Anaheim" panose="020B0604020202020204" charset="0"/>
              </a:rPr>
              <a:t>Auto </a:t>
            </a:r>
            <a:r>
              <a:rPr lang="es-ES" sz="1050" b="1" i="0" dirty="0" err="1">
                <a:solidFill>
                  <a:schemeClr val="bg1">
                    <a:lumMod val="85000"/>
                  </a:schemeClr>
                </a:solidFill>
                <a:effectLst/>
                <a:latin typeface="Anaheim" panose="020B0604020202020204" charset="0"/>
              </a:rPr>
              <a:t>increment</a:t>
            </a:r>
            <a:r>
              <a:rPr lang="es-ES" sz="1050" b="1" i="0" dirty="0">
                <a:solidFill>
                  <a:schemeClr val="bg1">
                    <a:lumMod val="85000"/>
                  </a:schemeClr>
                </a:solidFill>
                <a:effectLst/>
                <a:latin typeface="Anaheim" panose="020B0604020202020204" charset="0"/>
              </a:rPr>
              <a:t> (AI)</a:t>
            </a:r>
            <a:r>
              <a:rPr lang="es-ES" sz="1050" b="0" i="0" dirty="0">
                <a:solidFill>
                  <a:schemeClr val="bg1">
                    <a:lumMod val="85000"/>
                  </a:schemeClr>
                </a:solidFill>
                <a:effectLst/>
                <a:latin typeface="Anaheim" panose="020B0604020202020204" charset="0"/>
              </a:rPr>
              <a:t>: si el campo es numérico, aumenta en uno su valor, viene bien para campos tipo id numéricos.</a:t>
            </a:r>
          </a:p>
          <a:p>
            <a:pPr marL="285750" indent="-285750">
              <a:buClr>
                <a:srgbClr val="00FFC5"/>
              </a:buClr>
              <a:buFont typeface="Arial" panose="020B0604020202020204" pitchFamily="34" charset="0"/>
              <a:buChar char="•"/>
            </a:pPr>
            <a:r>
              <a:rPr lang="es-ES" sz="1050" b="1" i="0" dirty="0" err="1">
                <a:solidFill>
                  <a:schemeClr val="bg1">
                    <a:lumMod val="85000"/>
                  </a:schemeClr>
                </a:solidFill>
                <a:effectLst/>
                <a:latin typeface="Anaheim" panose="020B0604020202020204" charset="0"/>
              </a:rPr>
              <a:t>Generated</a:t>
            </a:r>
            <a:r>
              <a:rPr lang="es-ES" sz="1050" b="1" i="0" dirty="0">
                <a:solidFill>
                  <a:schemeClr val="bg1">
                    <a:lumMod val="85000"/>
                  </a:schemeClr>
                </a:solidFill>
                <a:effectLst/>
                <a:latin typeface="Anaheim" panose="020B0604020202020204" charset="0"/>
              </a:rPr>
              <a:t> </a:t>
            </a:r>
            <a:r>
              <a:rPr lang="es-ES" sz="1050" b="1" i="0" dirty="0" err="1">
                <a:solidFill>
                  <a:schemeClr val="bg1">
                    <a:lumMod val="85000"/>
                  </a:schemeClr>
                </a:solidFill>
                <a:effectLst/>
                <a:latin typeface="Anaheim" panose="020B0604020202020204" charset="0"/>
              </a:rPr>
              <a:t>column</a:t>
            </a:r>
            <a:r>
              <a:rPr lang="es-ES" sz="1050" b="1" i="0" dirty="0">
                <a:solidFill>
                  <a:schemeClr val="bg1">
                    <a:lumMod val="85000"/>
                  </a:schemeClr>
                </a:solidFill>
                <a:effectLst/>
                <a:latin typeface="Anaheim" panose="020B0604020202020204" charset="0"/>
              </a:rPr>
              <a:t> (G)</a:t>
            </a:r>
            <a:r>
              <a:rPr lang="es-ES" sz="1050" b="0" i="0" dirty="0">
                <a:solidFill>
                  <a:schemeClr val="bg1">
                    <a:lumMod val="85000"/>
                  </a:schemeClr>
                </a:solidFill>
                <a:effectLst/>
                <a:latin typeface="Anaheim" panose="020B0604020202020204" charset="0"/>
              </a:rPr>
              <a:t>: básicamente, se refiere a que podemos generar esta columna a partir de otras, por ejemplo, el resultado de multiplicar un campo por otro, podemos indicarle si queremos guardar ese valor (</a:t>
            </a:r>
            <a:r>
              <a:rPr lang="es-ES" sz="1050" b="0" i="0" dirty="0" err="1">
                <a:solidFill>
                  <a:schemeClr val="bg1">
                    <a:lumMod val="85000"/>
                  </a:schemeClr>
                </a:solidFill>
                <a:effectLst/>
                <a:latin typeface="Anaheim" panose="020B0604020202020204" charset="0"/>
              </a:rPr>
              <a:t>stored</a:t>
            </a:r>
            <a:r>
              <a:rPr lang="es-ES" sz="1050" b="0" i="0" dirty="0">
                <a:solidFill>
                  <a:schemeClr val="bg1">
                    <a:lumMod val="85000"/>
                  </a:schemeClr>
                </a:solidFill>
                <a:effectLst/>
                <a:latin typeface="Anaheim" panose="020B0604020202020204" charset="0"/>
              </a:rPr>
              <a:t>) o no (virtual).</a:t>
            </a:r>
            <a:endParaRPr lang="es-ES" sz="1100" b="0" i="0" dirty="0">
              <a:solidFill>
                <a:schemeClr val="bg1">
                  <a:lumMod val="85000"/>
                </a:schemeClr>
              </a:solidFill>
              <a:effectLst/>
              <a:latin typeface="Anaheim" panose="020B0604020202020204" charset="0"/>
            </a:endParaRPr>
          </a:p>
          <a:p>
            <a:pPr marL="285750" indent="-285750">
              <a:buClr>
                <a:srgbClr val="EC008C"/>
              </a:buClr>
              <a:buFont typeface="Arial" panose="020B0604020202020204" pitchFamily="34" charset="0"/>
              <a:buChar char="•"/>
            </a:pPr>
            <a:endParaRPr lang="es-ES" sz="1100" dirty="0">
              <a:solidFill>
                <a:srgbClr val="EC008C"/>
              </a:solidFill>
              <a:latin typeface="Anaheim" panose="020B0604020202020204" charset="0"/>
            </a:endParaRPr>
          </a:p>
        </p:txBody>
      </p:sp>
    </p:spTree>
    <p:extLst>
      <p:ext uri="{BB962C8B-B14F-4D97-AF65-F5344CB8AC3E}">
        <p14:creationId xmlns:p14="http://schemas.microsoft.com/office/powerpoint/2010/main" val="1451361321"/>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7D7770-B912-0D3D-72E0-8F5B62EDAD01}"/>
              </a:ext>
            </a:extLst>
          </p:cNvPr>
          <p:cNvSpPr>
            <a:spLocks noGrp="1"/>
          </p:cNvSpPr>
          <p:nvPr>
            <p:ph type="title"/>
          </p:nvPr>
        </p:nvSpPr>
        <p:spPr/>
        <p:txBody>
          <a:bodyPr/>
          <a:lstStyle/>
          <a:p>
            <a:r>
              <a:rPr lang="es-ES" dirty="0"/>
              <a:t>RELACIONES </a:t>
            </a:r>
            <a:br>
              <a:rPr lang="es-ES" dirty="0"/>
            </a:br>
            <a:endParaRPr lang="es-ES" dirty="0"/>
          </a:p>
        </p:txBody>
      </p:sp>
      <p:pic>
        <p:nvPicPr>
          <p:cNvPr id="7" name="Imagen 6">
            <a:extLst>
              <a:ext uri="{FF2B5EF4-FFF2-40B4-BE49-F238E27FC236}">
                <a16:creationId xmlns:a16="http://schemas.microsoft.com/office/drawing/2014/main" id="{F5D4DD49-8DA0-43D4-AF49-F5B2065CA9B2}"/>
              </a:ext>
            </a:extLst>
          </p:cNvPr>
          <p:cNvPicPr>
            <a:picLocks noChangeAspect="1"/>
          </p:cNvPicPr>
          <p:nvPr/>
        </p:nvPicPr>
        <p:blipFill rotWithShape="1">
          <a:blip r:embed="rId2"/>
          <a:srcRect t="20621"/>
          <a:stretch/>
        </p:blipFill>
        <p:spPr>
          <a:xfrm>
            <a:off x="391886" y="1197428"/>
            <a:ext cx="8229600" cy="3171311"/>
          </a:xfrm>
          <a:prstGeom prst="rect">
            <a:avLst/>
          </a:prstGeom>
        </p:spPr>
      </p:pic>
      <p:cxnSp>
        <p:nvCxnSpPr>
          <p:cNvPr id="9" name="Conector recto de flecha 8">
            <a:extLst>
              <a:ext uri="{FF2B5EF4-FFF2-40B4-BE49-F238E27FC236}">
                <a16:creationId xmlns:a16="http://schemas.microsoft.com/office/drawing/2014/main" id="{F9928D34-2AF1-1F83-57CA-2DA533F73F03}"/>
              </a:ext>
            </a:extLst>
          </p:cNvPr>
          <p:cNvCxnSpPr/>
          <p:nvPr/>
        </p:nvCxnSpPr>
        <p:spPr>
          <a:xfrm flipV="1">
            <a:off x="4245429" y="1618343"/>
            <a:ext cx="0" cy="725714"/>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cxnSp>
        <p:nvCxnSpPr>
          <p:cNvPr id="11" name="Conector recto de flecha 10">
            <a:extLst>
              <a:ext uri="{FF2B5EF4-FFF2-40B4-BE49-F238E27FC236}">
                <a16:creationId xmlns:a16="http://schemas.microsoft.com/office/drawing/2014/main" id="{E0E802EE-DA30-74A9-EDDC-2CF48CBA296A}"/>
              </a:ext>
            </a:extLst>
          </p:cNvPr>
          <p:cNvCxnSpPr/>
          <p:nvPr/>
        </p:nvCxnSpPr>
        <p:spPr>
          <a:xfrm flipV="1">
            <a:off x="6342743" y="1625600"/>
            <a:ext cx="0" cy="711200"/>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cxnSp>
        <p:nvCxnSpPr>
          <p:cNvPr id="19" name="Conector recto de flecha 18">
            <a:extLst>
              <a:ext uri="{FF2B5EF4-FFF2-40B4-BE49-F238E27FC236}">
                <a16:creationId xmlns:a16="http://schemas.microsoft.com/office/drawing/2014/main" id="{F218B470-7618-4260-5353-9400F6302B80}"/>
              </a:ext>
            </a:extLst>
          </p:cNvPr>
          <p:cNvCxnSpPr/>
          <p:nvPr/>
        </p:nvCxnSpPr>
        <p:spPr>
          <a:xfrm flipH="1">
            <a:off x="4339771" y="3287486"/>
            <a:ext cx="2380343" cy="0"/>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
        <p:nvSpPr>
          <p:cNvPr id="20" name="CuadroTexto 19">
            <a:extLst>
              <a:ext uri="{FF2B5EF4-FFF2-40B4-BE49-F238E27FC236}">
                <a16:creationId xmlns:a16="http://schemas.microsoft.com/office/drawing/2014/main" id="{F5A73A83-D3FA-4792-9CD3-C08B25F74440}"/>
              </a:ext>
            </a:extLst>
          </p:cNvPr>
          <p:cNvSpPr txBox="1"/>
          <p:nvPr/>
        </p:nvSpPr>
        <p:spPr>
          <a:xfrm>
            <a:off x="4017402" y="1233060"/>
            <a:ext cx="644737" cy="400110"/>
          </a:xfrm>
          <a:prstGeom prst="rect">
            <a:avLst/>
          </a:prstGeom>
          <a:noFill/>
        </p:spPr>
        <p:txBody>
          <a:bodyPr wrap="square" rtlCol="0">
            <a:spAutoFit/>
          </a:bodyPr>
          <a:lstStyle/>
          <a:p>
            <a:r>
              <a:rPr lang="es-ES" sz="2000" dirty="0">
                <a:solidFill>
                  <a:srgbClr val="EC008C"/>
                </a:solidFill>
                <a:latin typeface="Anaheim" panose="020B0604020202020204" charset="0"/>
              </a:rPr>
              <a:t>1:1</a:t>
            </a:r>
          </a:p>
        </p:txBody>
      </p:sp>
      <p:sp>
        <p:nvSpPr>
          <p:cNvPr id="21" name="CuadroTexto 20">
            <a:extLst>
              <a:ext uri="{FF2B5EF4-FFF2-40B4-BE49-F238E27FC236}">
                <a16:creationId xmlns:a16="http://schemas.microsoft.com/office/drawing/2014/main" id="{58CC80B5-3163-6FC1-AFDA-A46DEEA05D00}"/>
              </a:ext>
            </a:extLst>
          </p:cNvPr>
          <p:cNvSpPr txBox="1"/>
          <p:nvPr/>
        </p:nvSpPr>
        <p:spPr>
          <a:xfrm>
            <a:off x="6094132" y="1225490"/>
            <a:ext cx="468398" cy="707886"/>
          </a:xfrm>
          <a:prstGeom prst="rect">
            <a:avLst/>
          </a:prstGeom>
          <a:noFill/>
        </p:spPr>
        <p:txBody>
          <a:bodyPr wrap="none" rtlCol="0">
            <a:spAutoFit/>
          </a:bodyPr>
          <a:lstStyle/>
          <a:p>
            <a:r>
              <a:rPr lang="es-ES" sz="2000" dirty="0">
                <a:solidFill>
                  <a:srgbClr val="EC008C"/>
                </a:solidFill>
                <a:latin typeface="Anaheim" panose="020B0604020202020204" charset="0"/>
              </a:rPr>
              <a:t>1:n</a:t>
            </a:r>
          </a:p>
          <a:p>
            <a:endParaRPr lang="es-ES" sz="2000" dirty="0">
              <a:solidFill>
                <a:srgbClr val="EC008C"/>
              </a:solidFill>
              <a:latin typeface="Anaheim" panose="020B0604020202020204" charset="0"/>
            </a:endParaRPr>
          </a:p>
        </p:txBody>
      </p:sp>
      <p:sp>
        <p:nvSpPr>
          <p:cNvPr id="22" name="CuadroTexto 21">
            <a:extLst>
              <a:ext uri="{FF2B5EF4-FFF2-40B4-BE49-F238E27FC236}">
                <a16:creationId xmlns:a16="http://schemas.microsoft.com/office/drawing/2014/main" id="{4DFC67BA-3014-E4D7-6A27-41274274DF10}"/>
              </a:ext>
            </a:extLst>
          </p:cNvPr>
          <p:cNvSpPr txBox="1"/>
          <p:nvPr/>
        </p:nvSpPr>
        <p:spPr>
          <a:xfrm>
            <a:off x="3688866" y="3105745"/>
            <a:ext cx="556563" cy="615553"/>
          </a:xfrm>
          <a:prstGeom prst="rect">
            <a:avLst/>
          </a:prstGeom>
          <a:noFill/>
        </p:spPr>
        <p:txBody>
          <a:bodyPr wrap="none" rtlCol="0">
            <a:spAutoFit/>
          </a:bodyPr>
          <a:lstStyle/>
          <a:p>
            <a:r>
              <a:rPr lang="es-ES" sz="2000" dirty="0">
                <a:solidFill>
                  <a:srgbClr val="EC008C"/>
                </a:solidFill>
                <a:latin typeface="Anaheim" panose="020B0604020202020204" charset="0"/>
              </a:rPr>
              <a:t>n:m</a:t>
            </a:r>
          </a:p>
          <a:p>
            <a:endParaRPr lang="es-ES" dirty="0"/>
          </a:p>
        </p:txBody>
      </p:sp>
    </p:spTree>
    <p:extLst>
      <p:ext uri="{BB962C8B-B14F-4D97-AF65-F5344CB8AC3E}">
        <p14:creationId xmlns:p14="http://schemas.microsoft.com/office/powerpoint/2010/main" val="394914150"/>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C9ADA6-3E61-E0EE-E1A5-11BD25F24049}"/>
              </a:ext>
            </a:extLst>
          </p:cNvPr>
          <p:cNvSpPr>
            <a:spLocks noGrp="1"/>
          </p:cNvSpPr>
          <p:nvPr>
            <p:ph type="title"/>
          </p:nvPr>
        </p:nvSpPr>
        <p:spPr/>
        <p:txBody>
          <a:bodyPr/>
          <a:lstStyle/>
          <a:p>
            <a:r>
              <a:rPr lang="es-ES" sz="2800" dirty="0"/>
              <a:t>TIPOS DE RELACIONES</a:t>
            </a:r>
          </a:p>
        </p:txBody>
      </p:sp>
      <p:sp>
        <p:nvSpPr>
          <p:cNvPr id="4" name="CuadroTexto 3">
            <a:extLst>
              <a:ext uri="{FF2B5EF4-FFF2-40B4-BE49-F238E27FC236}">
                <a16:creationId xmlns:a16="http://schemas.microsoft.com/office/drawing/2014/main" id="{32073013-C5E1-D105-22AC-737A2B2A0EC2}"/>
              </a:ext>
            </a:extLst>
          </p:cNvPr>
          <p:cNvSpPr txBox="1"/>
          <p:nvPr/>
        </p:nvSpPr>
        <p:spPr>
          <a:xfrm>
            <a:off x="442686" y="1415143"/>
            <a:ext cx="8273143" cy="3600986"/>
          </a:xfrm>
          <a:prstGeom prst="rect">
            <a:avLst/>
          </a:prstGeom>
          <a:noFill/>
        </p:spPr>
        <p:txBody>
          <a:bodyPr wrap="square" rtlCol="0">
            <a:spAutoFit/>
          </a:bodyPr>
          <a:lstStyle/>
          <a:p>
            <a:r>
              <a:rPr lang="es-ES" sz="2400" dirty="0">
                <a:solidFill>
                  <a:srgbClr val="EC008C"/>
                </a:solidFill>
                <a:latin typeface="Anaheim" panose="020B0604020202020204" charset="0"/>
              </a:rPr>
              <a:t>- - - - Non-Identifying relationship: Clave foránea no forma parte de la primaria.</a:t>
            </a:r>
          </a:p>
          <a:p>
            <a:pPr marL="457200" indent="-457200">
              <a:buFontTx/>
              <a:buChar char="-"/>
            </a:pPr>
            <a:endParaRPr lang="es-ES" sz="2600" dirty="0">
              <a:solidFill>
                <a:srgbClr val="EC008C"/>
              </a:solidFill>
              <a:latin typeface="Anaheim" panose="020B0604020202020204" charset="0"/>
            </a:endParaRPr>
          </a:p>
          <a:p>
            <a:endParaRPr lang="es-ES" sz="2600" dirty="0">
              <a:solidFill>
                <a:srgbClr val="EC008C"/>
              </a:solidFill>
              <a:latin typeface="Anaheim" panose="020B0604020202020204" charset="0"/>
            </a:endParaRPr>
          </a:p>
          <a:p>
            <a:endParaRPr lang="es-ES" sz="2600" dirty="0">
              <a:solidFill>
                <a:srgbClr val="EC008C"/>
              </a:solidFill>
              <a:latin typeface="Anaheim" panose="020B0604020202020204" charset="0"/>
            </a:endParaRPr>
          </a:p>
          <a:p>
            <a:endParaRPr lang="es-ES" sz="2600" b="0" i="0" dirty="0">
              <a:solidFill>
                <a:srgbClr val="00FFC5"/>
              </a:solidFill>
              <a:effectLst/>
              <a:latin typeface="Anaheim" panose="020B0604020202020204" charset="0"/>
            </a:endParaRPr>
          </a:p>
          <a:p>
            <a:r>
              <a:rPr lang="es-ES" sz="2400" b="0" i="0" dirty="0">
                <a:solidFill>
                  <a:srgbClr val="00FFC5"/>
                </a:solidFill>
                <a:effectLst/>
                <a:latin typeface="Anaheim" panose="020B0604020202020204" charset="0"/>
              </a:rPr>
              <a:t>──── Identifying relationship: Clave foránea que forma parte de la primaria. Significa que la tabla "hija" no puede existir por sí misma, sino que está relacionada con el padre.</a:t>
            </a:r>
            <a:endParaRPr lang="es-ES" sz="2400" dirty="0">
              <a:solidFill>
                <a:srgbClr val="00FFC5"/>
              </a:solidFill>
              <a:latin typeface="Anaheim" panose="020B0604020202020204" charset="0"/>
            </a:endParaRPr>
          </a:p>
        </p:txBody>
      </p:sp>
      <p:pic>
        <p:nvPicPr>
          <p:cNvPr id="5" name="Imagen 4">
            <a:extLst>
              <a:ext uri="{FF2B5EF4-FFF2-40B4-BE49-F238E27FC236}">
                <a16:creationId xmlns:a16="http://schemas.microsoft.com/office/drawing/2014/main" id="{22C48EA8-7165-E92F-2A9B-47A64DF1C58D}"/>
              </a:ext>
            </a:extLst>
          </p:cNvPr>
          <p:cNvPicPr>
            <a:picLocks noChangeAspect="1"/>
          </p:cNvPicPr>
          <p:nvPr/>
        </p:nvPicPr>
        <p:blipFill rotWithShape="1">
          <a:blip r:embed="rId2"/>
          <a:srcRect l="17284" t="32539" b="34512"/>
          <a:stretch/>
        </p:blipFill>
        <p:spPr>
          <a:xfrm>
            <a:off x="0" y="2403545"/>
            <a:ext cx="6807201" cy="1316404"/>
          </a:xfrm>
          <a:prstGeom prst="rect">
            <a:avLst/>
          </a:prstGeom>
        </p:spPr>
      </p:pic>
    </p:spTree>
    <p:extLst>
      <p:ext uri="{BB962C8B-B14F-4D97-AF65-F5344CB8AC3E}">
        <p14:creationId xmlns:p14="http://schemas.microsoft.com/office/powerpoint/2010/main" val="2751622405"/>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32"/>
          <p:cNvSpPr txBox="1">
            <a:spLocks noGrp="1"/>
          </p:cNvSpPr>
          <p:nvPr>
            <p:ph type="title"/>
          </p:nvPr>
        </p:nvSpPr>
        <p:spPr>
          <a:xfrm>
            <a:off x="454800" y="2714625"/>
            <a:ext cx="8425200" cy="447900"/>
          </a:xfrm>
          <a:prstGeom prst="rect">
            <a:avLst/>
          </a:prstGeom>
        </p:spPr>
        <p:txBody>
          <a:bodyPr spcFirstLastPara="1" wrap="square" lIns="91425" tIns="0" rIns="91425" bIns="0" anchor="ctr" anchorCtr="0">
            <a:noAutofit/>
          </a:bodyPr>
          <a:lstStyle/>
          <a:p>
            <a:pPr marL="0" lvl="0" indent="0" algn="ctr" rtl="0">
              <a:spcBef>
                <a:spcPts val="0"/>
              </a:spcBef>
              <a:spcAft>
                <a:spcPts val="0"/>
              </a:spcAft>
              <a:buNone/>
            </a:pPr>
            <a:r>
              <a:rPr lang="en" dirty="0"/>
              <a:t>CONSULTAS(QUERIES)</a:t>
            </a:r>
            <a:endParaRPr dirty="0"/>
          </a:p>
        </p:txBody>
      </p:sp>
      <p:sp>
        <p:nvSpPr>
          <p:cNvPr id="375" name="Google Shape;375;p32"/>
          <p:cNvSpPr txBox="1">
            <a:spLocks noGrp="1"/>
          </p:cNvSpPr>
          <p:nvPr>
            <p:ph type="title" idx="2"/>
          </p:nvPr>
        </p:nvSpPr>
        <p:spPr>
          <a:xfrm>
            <a:off x="454800" y="2150850"/>
            <a:ext cx="8425200" cy="489600"/>
          </a:xfrm>
          <a:prstGeom prst="rect">
            <a:avLst/>
          </a:prstGeom>
        </p:spPr>
        <p:txBody>
          <a:bodyPr spcFirstLastPara="1" wrap="square" lIns="91425" tIns="0" rIns="91425" bIns="0" anchor="b" anchorCtr="0">
            <a:noAutofit/>
          </a:bodyPr>
          <a:lstStyle/>
          <a:p>
            <a:pPr marL="0" lvl="0" indent="0" algn="ctr" rtl="0">
              <a:spcBef>
                <a:spcPts val="0"/>
              </a:spcBef>
              <a:spcAft>
                <a:spcPts val="0"/>
              </a:spcAft>
              <a:buNone/>
            </a:pPr>
            <a:r>
              <a:rPr lang="en" dirty="0"/>
              <a:t>04</a:t>
            </a:r>
            <a:endParaRPr dirty="0"/>
          </a:p>
        </p:txBody>
      </p:sp>
    </p:spTree>
    <p:extLst>
      <p:ext uri="{BB962C8B-B14F-4D97-AF65-F5344CB8AC3E}">
        <p14:creationId xmlns:p14="http://schemas.microsoft.com/office/powerpoint/2010/main" val="15240959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DE45EB7B-D71C-3F7F-42F8-659FB077F40E}"/>
              </a:ext>
            </a:extLst>
          </p:cNvPr>
          <p:cNvSpPr>
            <a:spLocks noGrp="1"/>
          </p:cNvSpPr>
          <p:nvPr>
            <p:ph type="title"/>
          </p:nvPr>
        </p:nvSpPr>
        <p:spPr>
          <a:xfrm>
            <a:off x="1278000" y="97939"/>
            <a:ext cx="6588000" cy="669000"/>
          </a:xfrm>
        </p:spPr>
        <p:txBody>
          <a:bodyPr/>
          <a:lstStyle/>
          <a:p>
            <a:r>
              <a:rPr lang="es-ES" dirty="0"/>
              <a:t>CONSULTAS BÁSICAS</a:t>
            </a:r>
          </a:p>
        </p:txBody>
      </p:sp>
      <p:sp>
        <p:nvSpPr>
          <p:cNvPr id="5" name="CuadroTexto 4">
            <a:extLst>
              <a:ext uri="{FF2B5EF4-FFF2-40B4-BE49-F238E27FC236}">
                <a16:creationId xmlns:a16="http://schemas.microsoft.com/office/drawing/2014/main" id="{A19CC67D-69E1-F120-C194-8954FDDA5430}"/>
              </a:ext>
            </a:extLst>
          </p:cNvPr>
          <p:cNvSpPr txBox="1"/>
          <p:nvPr/>
        </p:nvSpPr>
        <p:spPr>
          <a:xfrm>
            <a:off x="232229" y="656600"/>
            <a:ext cx="8534400" cy="4478149"/>
          </a:xfrm>
          <a:prstGeom prst="rect">
            <a:avLst/>
          </a:prstGeom>
          <a:noFill/>
        </p:spPr>
        <p:txBody>
          <a:bodyPr wrap="square" rtlCol="0">
            <a:spAutoFit/>
          </a:bodyPr>
          <a:lstStyle/>
          <a:p>
            <a:pPr marL="285750" indent="-285750">
              <a:buClr>
                <a:srgbClr val="EC008C"/>
              </a:buClr>
              <a:buFont typeface="Arial" panose="020B0604020202020204" pitchFamily="34" charset="0"/>
              <a:buChar char="•"/>
            </a:pPr>
            <a:r>
              <a:rPr lang="es-ES" sz="1500" i="0" dirty="0">
                <a:solidFill>
                  <a:schemeClr val="bg1">
                    <a:lumMod val="85000"/>
                  </a:schemeClr>
                </a:solidFill>
                <a:effectLst/>
                <a:latin typeface="Anaheim" panose="020B0604020202020204" charset="0"/>
              </a:rPr>
              <a:t>SELECT: permite consultar registros de la base de datos.</a:t>
            </a:r>
          </a:p>
          <a:p>
            <a:pPr marL="285750" indent="-285750">
              <a:buClr>
                <a:srgbClr val="EC008C"/>
              </a:buClr>
              <a:buFont typeface="Arial" panose="020B0604020202020204" pitchFamily="34" charset="0"/>
              <a:buChar char="•"/>
            </a:pPr>
            <a:r>
              <a:rPr lang="es-ES" sz="1500" b="0" i="0" dirty="0">
                <a:solidFill>
                  <a:schemeClr val="bg1">
                    <a:lumMod val="85000"/>
                  </a:schemeClr>
                </a:solidFill>
                <a:effectLst/>
                <a:latin typeface="Anaheim" panose="020B0604020202020204" charset="0"/>
              </a:rPr>
              <a:t>INSERT: agrega nuevos datos a una tabla existente. </a:t>
            </a:r>
            <a:endParaRPr lang="es-ES" sz="1500" dirty="0">
              <a:solidFill>
                <a:schemeClr val="bg1">
                  <a:lumMod val="85000"/>
                </a:schemeClr>
              </a:solidFill>
              <a:latin typeface="Anaheim" panose="020B0604020202020204" charset="0"/>
            </a:endParaRPr>
          </a:p>
          <a:p>
            <a:pPr marL="285750" indent="-285750">
              <a:buClr>
                <a:srgbClr val="EC008C"/>
              </a:buClr>
              <a:buFont typeface="Arial" panose="020B0604020202020204" pitchFamily="34" charset="0"/>
              <a:buChar char="•"/>
            </a:pPr>
            <a:r>
              <a:rPr lang="es-ES" sz="1500" b="0" i="0" dirty="0">
                <a:solidFill>
                  <a:schemeClr val="bg1">
                    <a:lumMod val="85000"/>
                  </a:schemeClr>
                </a:solidFill>
                <a:effectLst/>
                <a:latin typeface="Anaheim" panose="020B0604020202020204" charset="0"/>
              </a:rPr>
              <a:t>UPDATE: modifica datos existentes en una tabla. </a:t>
            </a:r>
          </a:p>
          <a:p>
            <a:pPr marL="285750" indent="-285750">
              <a:buClr>
                <a:srgbClr val="EC008C"/>
              </a:buClr>
              <a:buFont typeface="Arial" panose="020B0604020202020204" pitchFamily="34" charset="0"/>
              <a:buChar char="•"/>
            </a:pPr>
            <a:r>
              <a:rPr lang="es-ES" sz="1500" b="0" i="0" dirty="0">
                <a:solidFill>
                  <a:schemeClr val="bg1">
                    <a:lumMod val="85000"/>
                  </a:schemeClr>
                </a:solidFill>
                <a:effectLst/>
                <a:latin typeface="Anaheim" panose="020B0604020202020204" charset="0"/>
              </a:rPr>
              <a:t>DELETE: elimina datos de una tabla. </a:t>
            </a:r>
          </a:p>
          <a:p>
            <a:pPr marL="285750" indent="-285750">
              <a:buClr>
                <a:srgbClr val="EC008C"/>
              </a:buClr>
              <a:buFont typeface="Arial" panose="020B0604020202020204" pitchFamily="34" charset="0"/>
              <a:buChar char="•"/>
            </a:pPr>
            <a:r>
              <a:rPr lang="es-ES" sz="1500" b="0" i="0" dirty="0">
                <a:solidFill>
                  <a:schemeClr val="bg1">
                    <a:lumMod val="85000"/>
                  </a:schemeClr>
                </a:solidFill>
                <a:effectLst/>
                <a:latin typeface="Anaheim" panose="020B0604020202020204" charset="0"/>
              </a:rPr>
              <a:t>CREATE: crea una nueva tabla en la base de datos. </a:t>
            </a:r>
          </a:p>
          <a:p>
            <a:pPr marL="285750" indent="-285750">
              <a:buClr>
                <a:srgbClr val="EC008C"/>
              </a:buClr>
              <a:buFont typeface="Arial" panose="020B0604020202020204" pitchFamily="34" charset="0"/>
              <a:buChar char="•"/>
            </a:pPr>
            <a:r>
              <a:rPr lang="es-ES" sz="1500" i="0" dirty="0">
                <a:solidFill>
                  <a:schemeClr val="bg1">
                    <a:lumMod val="85000"/>
                  </a:schemeClr>
                </a:solidFill>
                <a:effectLst/>
                <a:latin typeface="Anaheim" panose="020B0604020202020204" charset="0"/>
              </a:rPr>
              <a:t>FROM: indica la tabla con la que se va a trabajar.</a:t>
            </a:r>
            <a:endParaRPr lang="es-ES" sz="1500" dirty="0">
              <a:solidFill>
                <a:schemeClr val="bg1">
                  <a:lumMod val="85000"/>
                </a:schemeClr>
              </a:solidFill>
              <a:latin typeface="Anaheim" panose="020B0604020202020204" charset="0"/>
            </a:endParaRPr>
          </a:p>
          <a:p>
            <a:pPr marL="285750" indent="-285750">
              <a:buClr>
                <a:srgbClr val="EC008C"/>
              </a:buClr>
              <a:buFont typeface="Arial" panose="020B0604020202020204" pitchFamily="34" charset="0"/>
              <a:buChar char="•"/>
            </a:pPr>
            <a:r>
              <a:rPr lang="es-ES" sz="1500" b="0" i="0" dirty="0">
                <a:solidFill>
                  <a:schemeClr val="bg1">
                    <a:lumMod val="85000"/>
                  </a:schemeClr>
                </a:solidFill>
                <a:effectLst/>
                <a:latin typeface="Anaheim" panose="020B0604020202020204" charset="0"/>
              </a:rPr>
              <a:t>WHERE: filtra los resultados de una consulta SELECT, UPDATE o DELETE.</a:t>
            </a:r>
          </a:p>
          <a:p>
            <a:pPr marL="285750" indent="-285750">
              <a:buClr>
                <a:srgbClr val="EC008C"/>
              </a:buClr>
              <a:buFont typeface="Arial" panose="020B0604020202020204" pitchFamily="34" charset="0"/>
              <a:buChar char="•"/>
            </a:pPr>
            <a:r>
              <a:rPr lang="es-ES" sz="1500" b="0" i="0" dirty="0">
                <a:solidFill>
                  <a:schemeClr val="bg1">
                    <a:lumMod val="85000"/>
                  </a:schemeClr>
                </a:solidFill>
                <a:effectLst/>
                <a:latin typeface="Anaheim" panose="020B0604020202020204" charset="0"/>
              </a:rPr>
              <a:t>ORDER BY: ordena los resultados de una consulta SELECT por una o más columnas.</a:t>
            </a:r>
            <a:endParaRPr lang="es-ES" sz="1500" dirty="0">
              <a:solidFill>
                <a:schemeClr val="bg1">
                  <a:lumMod val="85000"/>
                </a:schemeClr>
              </a:solidFill>
              <a:latin typeface="Anaheim" panose="020B0604020202020204" charset="0"/>
            </a:endParaRPr>
          </a:p>
          <a:p>
            <a:pPr marL="285750" indent="-285750">
              <a:buClr>
                <a:srgbClr val="EC008C"/>
              </a:buClr>
              <a:buFont typeface="Arial" panose="020B0604020202020204" pitchFamily="34" charset="0"/>
              <a:buChar char="•"/>
            </a:pPr>
            <a:r>
              <a:rPr lang="es-ES" sz="1500" b="0" i="0" dirty="0">
                <a:solidFill>
                  <a:schemeClr val="bg1">
                    <a:lumMod val="85000"/>
                  </a:schemeClr>
                </a:solidFill>
                <a:effectLst/>
                <a:latin typeface="Anaheim" panose="020B0604020202020204" charset="0"/>
              </a:rPr>
              <a:t>GROUP BY: agrupa los resultados de una consulta SELECT por una o más columnas.</a:t>
            </a:r>
          </a:p>
          <a:p>
            <a:pPr marL="285750" indent="-285750">
              <a:buClr>
                <a:srgbClr val="EC008C"/>
              </a:buClr>
              <a:buFont typeface="Arial" panose="020B0604020202020204" pitchFamily="34" charset="0"/>
              <a:buChar char="•"/>
            </a:pPr>
            <a:r>
              <a:rPr lang="es-ES" sz="1500" b="0" i="0" dirty="0">
                <a:solidFill>
                  <a:schemeClr val="bg1">
                    <a:lumMod val="85000"/>
                  </a:schemeClr>
                </a:solidFill>
                <a:effectLst/>
                <a:latin typeface="Anaheim" panose="020B0604020202020204" charset="0"/>
              </a:rPr>
              <a:t>JOIN: combina dos o más tablas en una consulta SELECT. </a:t>
            </a:r>
            <a:endParaRPr lang="es-ES" sz="1500" dirty="0">
              <a:solidFill>
                <a:schemeClr val="bg1">
                  <a:lumMod val="85000"/>
                </a:schemeClr>
              </a:solidFill>
              <a:latin typeface="Anaheim" panose="020B0604020202020204" charset="0"/>
            </a:endParaRPr>
          </a:p>
          <a:p>
            <a:pPr marL="285750" indent="-285750">
              <a:buClr>
                <a:srgbClr val="EC008C"/>
              </a:buClr>
              <a:buFont typeface="Arial" panose="020B0604020202020204" pitchFamily="34" charset="0"/>
              <a:buChar char="•"/>
            </a:pPr>
            <a:r>
              <a:rPr lang="es-ES" sz="1500" b="0" i="0" dirty="0">
                <a:solidFill>
                  <a:schemeClr val="bg1">
                    <a:lumMod val="85000"/>
                  </a:schemeClr>
                </a:solidFill>
                <a:effectLst/>
                <a:latin typeface="Anaheim" panose="020B0604020202020204" charset="0"/>
              </a:rPr>
              <a:t>HAVING: filtra los resultados de una consulta GROUP BY basándose en una condición.</a:t>
            </a:r>
          </a:p>
          <a:p>
            <a:pPr marL="285750" indent="-285750">
              <a:buClr>
                <a:srgbClr val="EC008C"/>
              </a:buClr>
              <a:buFont typeface="Arial" panose="020B0604020202020204" pitchFamily="34" charset="0"/>
              <a:buChar char="•"/>
            </a:pPr>
            <a:r>
              <a:rPr lang="es-ES" sz="1500" b="0" i="0" dirty="0">
                <a:solidFill>
                  <a:schemeClr val="bg1">
                    <a:lumMod val="85000"/>
                  </a:schemeClr>
                </a:solidFill>
                <a:effectLst/>
                <a:latin typeface="Anaheim" panose="020B0604020202020204" charset="0"/>
              </a:rPr>
              <a:t>DISTINCT: elimina duplicados de los resultados de una consulta SELECT.</a:t>
            </a:r>
            <a:endParaRPr lang="es-ES" sz="1500" dirty="0">
              <a:solidFill>
                <a:schemeClr val="bg1">
                  <a:lumMod val="85000"/>
                </a:schemeClr>
              </a:solidFill>
              <a:latin typeface="Anaheim" panose="020B0604020202020204" charset="0"/>
            </a:endParaRPr>
          </a:p>
          <a:p>
            <a:pPr marL="285750" indent="-285750">
              <a:buClr>
                <a:srgbClr val="EC008C"/>
              </a:buClr>
              <a:buFont typeface="Arial" panose="020B0604020202020204" pitchFamily="34" charset="0"/>
              <a:buChar char="•"/>
            </a:pPr>
            <a:r>
              <a:rPr lang="es-ES" sz="1500" b="0" i="0" dirty="0">
                <a:solidFill>
                  <a:schemeClr val="bg1">
                    <a:lumMod val="85000"/>
                  </a:schemeClr>
                </a:solidFill>
                <a:effectLst/>
                <a:latin typeface="Anaheim" panose="020B0604020202020204" charset="0"/>
              </a:rPr>
              <a:t>LIMIT: limita el número de resultados devueltos por una consulta SELECT.</a:t>
            </a:r>
          </a:p>
          <a:p>
            <a:pPr marL="285750" indent="-285750">
              <a:buClr>
                <a:srgbClr val="EC008C"/>
              </a:buClr>
              <a:buFont typeface="Arial" panose="020B0604020202020204" pitchFamily="34" charset="0"/>
              <a:buChar char="•"/>
            </a:pPr>
            <a:r>
              <a:rPr lang="es-ES" sz="1500" b="0" i="0" dirty="0">
                <a:solidFill>
                  <a:schemeClr val="bg1">
                    <a:lumMod val="85000"/>
                  </a:schemeClr>
                </a:solidFill>
                <a:effectLst/>
                <a:latin typeface="Anaheim" panose="020B0604020202020204" charset="0"/>
              </a:rPr>
              <a:t>LIKE: busca patrones de texto en una columna en una consulta SELECT.</a:t>
            </a:r>
          </a:p>
          <a:p>
            <a:pPr marL="285750" indent="-285750">
              <a:buClr>
                <a:srgbClr val="EC008C"/>
              </a:buClr>
              <a:buFont typeface="Arial" panose="020B0604020202020204" pitchFamily="34" charset="0"/>
              <a:buChar char="•"/>
            </a:pPr>
            <a:r>
              <a:rPr lang="es-ES" sz="1500" b="0" i="0" dirty="0">
                <a:solidFill>
                  <a:schemeClr val="bg1">
                    <a:lumMod val="85000"/>
                  </a:schemeClr>
                </a:solidFill>
                <a:effectLst/>
                <a:latin typeface="Anaheim" panose="020B0604020202020204" charset="0"/>
              </a:rPr>
              <a:t>IN: compara una columna con un conjunto de valores en una consulta SELECT.</a:t>
            </a:r>
            <a:endParaRPr lang="es-ES" sz="1500" dirty="0">
              <a:solidFill>
                <a:schemeClr val="bg1">
                  <a:lumMod val="85000"/>
                </a:schemeClr>
              </a:solidFill>
              <a:latin typeface="Anaheim" panose="020B0604020202020204" charset="0"/>
            </a:endParaRPr>
          </a:p>
          <a:p>
            <a:pPr marL="285750" indent="-285750">
              <a:buClr>
                <a:srgbClr val="EC008C"/>
              </a:buClr>
              <a:buFont typeface="Arial" panose="020B0604020202020204" pitchFamily="34" charset="0"/>
              <a:buChar char="•"/>
            </a:pPr>
            <a:r>
              <a:rPr lang="es-ES" sz="1500" b="0" i="0" dirty="0">
                <a:solidFill>
                  <a:schemeClr val="bg1">
                    <a:lumMod val="85000"/>
                  </a:schemeClr>
                </a:solidFill>
                <a:effectLst/>
                <a:latin typeface="Anaheim" panose="020B0604020202020204" charset="0"/>
              </a:rPr>
              <a:t>EXISTS: verifica si existe al menos una fila que cumpla una determinada condición en una subconsulta.</a:t>
            </a:r>
          </a:p>
          <a:p>
            <a:pPr marL="285750" indent="-285750">
              <a:buClr>
                <a:srgbClr val="EC008C"/>
              </a:buClr>
              <a:buFont typeface="Arial" panose="020B0604020202020204" pitchFamily="34" charset="0"/>
              <a:buChar char="•"/>
            </a:pPr>
            <a:r>
              <a:rPr lang="es-ES" sz="1500" b="0" i="0" dirty="0">
                <a:solidFill>
                  <a:schemeClr val="bg1">
                    <a:lumMod val="85000"/>
                  </a:schemeClr>
                </a:solidFill>
                <a:effectLst/>
                <a:latin typeface="Anaheim" panose="020B0604020202020204" charset="0"/>
              </a:rPr>
              <a:t>AS: asigna un alias a una columna o tabla en una consulta SELECT.</a:t>
            </a:r>
          </a:p>
          <a:p>
            <a:pPr marL="285750" indent="-285750">
              <a:buClr>
                <a:srgbClr val="EC008C"/>
              </a:buClr>
              <a:buFont typeface="Arial" panose="020B0604020202020204" pitchFamily="34" charset="0"/>
              <a:buChar char="•"/>
            </a:pPr>
            <a:r>
              <a:rPr lang="es-ES" sz="1500" b="0" i="0" dirty="0">
                <a:solidFill>
                  <a:schemeClr val="bg1">
                    <a:lumMod val="85000"/>
                  </a:schemeClr>
                </a:solidFill>
                <a:effectLst/>
                <a:latin typeface="Anaheim" panose="020B0604020202020204" charset="0"/>
              </a:rPr>
              <a:t>IS NULL / IS NOT NULL: verifica si una columna contiene valores nulos o no en una consulta SELECT.</a:t>
            </a:r>
            <a:endParaRPr lang="es-ES" sz="1500" dirty="0">
              <a:solidFill>
                <a:schemeClr val="bg1">
                  <a:lumMod val="85000"/>
                </a:schemeClr>
              </a:solidFill>
              <a:latin typeface="Anaheim" panose="020B0604020202020204" charset="0"/>
            </a:endParaRPr>
          </a:p>
        </p:txBody>
      </p:sp>
    </p:spTree>
    <p:extLst>
      <p:ext uri="{BB962C8B-B14F-4D97-AF65-F5344CB8AC3E}">
        <p14:creationId xmlns:p14="http://schemas.microsoft.com/office/powerpoint/2010/main" val="2799370922"/>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B739E08-7386-DB61-C1BE-9A74323EEEAB}"/>
              </a:ext>
            </a:extLst>
          </p:cNvPr>
          <p:cNvSpPr>
            <a:spLocks noGrp="1"/>
          </p:cNvSpPr>
          <p:nvPr>
            <p:ph type="title"/>
          </p:nvPr>
        </p:nvSpPr>
        <p:spPr/>
        <p:txBody>
          <a:bodyPr/>
          <a:lstStyle/>
          <a:p>
            <a:r>
              <a:rPr lang="es-ES" dirty="0"/>
              <a:t>EJEMPLOS</a:t>
            </a:r>
          </a:p>
        </p:txBody>
      </p:sp>
      <p:sp>
        <p:nvSpPr>
          <p:cNvPr id="3" name="CuadroTexto 2">
            <a:extLst>
              <a:ext uri="{FF2B5EF4-FFF2-40B4-BE49-F238E27FC236}">
                <a16:creationId xmlns:a16="http://schemas.microsoft.com/office/drawing/2014/main" id="{A256E233-A449-DA13-F883-8BFAD756EA4E}"/>
              </a:ext>
            </a:extLst>
          </p:cNvPr>
          <p:cNvSpPr txBox="1"/>
          <p:nvPr/>
        </p:nvSpPr>
        <p:spPr>
          <a:xfrm>
            <a:off x="236221" y="980460"/>
            <a:ext cx="8115300" cy="3754874"/>
          </a:xfrm>
          <a:prstGeom prst="rect">
            <a:avLst/>
          </a:prstGeom>
          <a:noFill/>
        </p:spPr>
        <p:txBody>
          <a:bodyPr wrap="square" rtlCol="0">
            <a:spAutoFit/>
          </a:bodyPr>
          <a:lstStyle/>
          <a:p>
            <a:pPr marL="342900" indent="-342900">
              <a:buClr>
                <a:schemeClr val="bg1">
                  <a:lumMod val="85000"/>
                </a:schemeClr>
              </a:buClr>
              <a:buAutoNum type="arabicPeriod"/>
            </a:pPr>
            <a:r>
              <a:rPr lang="es-ES" b="0" i="0" dirty="0">
                <a:solidFill>
                  <a:srgbClr val="D1D5DB"/>
                </a:solidFill>
                <a:effectLst/>
                <a:latin typeface="Anaheim" panose="020B0604020202020204" charset="0"/>
              </a:rPr>
              <a:t>Supongamos que tenemos una tabla llamada "empleados" con las columnas "</a:t>
            </a:r>
            <a:r>
              <a:rPr lang="es-ES" b="0" i="0" dirty="0" err="1">
                <a:solidFill>
                  <a:srgbClr val="D1D5DB"/>
                </a:solidFill>
                <a:effectLst/>
                <a:latin typeface="Anaheim" panose="020B0604020202020204" charset="0"/>
              </a:rPr>
              <a:t>id_empleado</a:t>
            </a:r>
            <a:r>
              <a:rPr lang="es-ES" b="0" i="0" dirty="0">
                <a:solidFill>
                  <a:srgbClr val="D1D5DB"/>
                </a:solidFill>
                <a:effectLst/>
                <a:latin typeface="Anaheim" panose="020B0604020202020204" charset="0"/>
              </a:rPr>
              <a:t>", "nombre", "apellido", "email" y "teléfono". La consulta SELECT para seleccionar todas las filas y columnas sería: </a:t>
            </a:r>
            <a:r>
              <a:rPr lang="es-ES" b="0" i="0" dirty="0">
                <a:solidFill>
                  <a:srgbClr val="2E95D3"/>
                </a:solidFill>
                <a:effectLst/>
                <a:latin typeface="Anaheim" panose="020B0604020202020204" charset="0"/>
              </a:rPr>
              <a:t>SELECT</a:t>
            </a:r>
            <a:r>
              <a:rPr lang="es-ES" b="0" i="0" dirty="0">
                <a:solidFill>
                  <a:srgbClr val="FFFFFF"/>
                </a:solidFill>
                <a:effectLst/>
                <a:latin typeface="Anaheim" panose="020B0604020202020204" charset="0"/>
              </a:rPr>
              <a:t> * </a:t>
            </a:r>
            <a:r>
              <a:rPr lang="es-ES" b="0" i="0" dirty="0">
                <a:solidFill>
                  <a:srgbClr val="2E95D3"/>
                </a:solidFill>
                <a:effectLst/>
                <a:latin typeface="Anaheim" panose="020B0604020202020204" charset="0"/>
              </a:rPr>
              <a:t>FROM</a:t>
            </a:r>
            <a:r>
              <a:rPr lang="es-ES" b="0" i="0" dirty="0">
                <a:solidFill>
                  <a:srgbClr val="FFFFFF"/>
                </a:solidFill>
                <a:effectLst/>
                <a:latin typeface="Anaheim" panose="020B0604020202020204" charset="0"/>
              </a:rPr>
              <a:t> empleados;</a:t>
            </a:r>
            <a:endParaRPr lang="es-ES" dirty="0">
              <a:solidFill>
                <a:srgbClr val="D1D5DB"/>
              </a:solidFill>
              <a:latin typeface="Anaheim" panose="020B0604020202020204" charset="0"/>
            </a:endParaRPr>
          </a:p>
          <a:p>
            <a:pPr marL="342900" indent="-342900">
              <a:buClr>
                <a:schemeClr val="bg1">
                  <a:lumMod val="85000"/>
                </a:schemeClr>
              </a:buClr>
              <a:buAutoNum type="arabicPeriod"/>
            </a:pPr>
            <a:r>
              <a:rPr lang="es-ES" b="0" i="0" dirty="0">
                <a:solidFill>
                  <a:srgbClr val="D1D5DB"/>
                </a:solidFill>
                <a:effectLst/>
                <a:latin typeface="Anaheim" panose="020B0604020202020204" charset="0"/>
              </a:rPr>
              <a:t>Siguiendo con el ejemplo anterior, si sólo queremos seleccionar el nombre y el apellido de todos los empleados y ordenarlos por apellido, sería:</a:t>
            </a:r>
            <a:br>
              <a:rPr lang="es-ES" b="0" i="0" dirty="0">
                <a:solidFill>
                  <a:srgbClr val="D1D5DB"/>
                </a:solidFill>
                <a:effectLst/>
                <a:latin typeface="Anaheim" panose="020B0604020202020204" charset="0"/>
              </a:rPr>
            </a:br>
            <a:r>
              <a:rPr lang="es-ES" b="0" i="0" dirty="0">
                <a:solidFill>
                  <a:srgbClr val="2E95D3"/>
                </a:solidFill>
                <a:effectLst/>
                <a:latin typeface="Anaheim" panose="020B0604020202020204" charset="0"/>
              </a:rPr>
              <a:t>SELECT</a:t>
            </a:r>
            <a:r>
              <a:rPr lang="es-ES" b="0" i="0" dirty="0">
                <a:solidFill>
                  <a:srgbClr val="FFFFFF"/>
                </a:solidFill>
                <a:effectLst/>
                <a:latin typeface="Anaheim" panose="020B0604020202020204" charset="0"/>
              </a:rPr>
              <a:t> nombre, apellido </a:t>
            </a:r>
            <a:r>
              <a:rPr lang="es-ES" b="0" i="0" dirty="0">
                <a:solidFill>
                  <a:srgbClr val="2E95D3"/>
                </a:solidFill>
                <a:effectLst/>
                <a:latin typeface="Anaheim" panose="020B0604020202020204" charset="0"/>
              </a:rPr>
              <a:t>FROM</a:t>
            </a:r>
            <a:r>
              <a:rPr lang="es-ES" b="0" i="0" dirty="0">
                <a:solidFill>
                  <a:srgbClr val="FFFFFF"/>
                </a:solidFill>
                <a:effectLst/>
                <a:latin typeface="Anaheim" panose="020B0604020202020204" charset="0"/>
              </a:rPr>
              <a:t> empleados </a:t>
            </a:r>
            <a:r>
              <a:rPr lang="es-ES" b="0" i="0" dirty="0">
                <a:solidFill>
                  <a:srgbClr val="2E95D3"/>
                </a:solidFill>
                <a:effectLst/>
                <a:latin typeface="Anaheim" panose="020B0604020202020204" charset="0"/>
              </a:rPr>
              <a:t>ORDER BY </a:t>
            </a:r>
            <a:r>
              <a:rPr lang="es-ES" b="0" i="0" dirty="0">
                <a:solidFill>
                  <a:srgbClr val="FFFFFF"/>
                </a:solidFill>
                <a:effectLst/>
                <a:latin typeface="Anaheim" panose="020B0604020202020204" charset="0"/>
              </a:rPr>
              <a:t>apellido;</a:t>
            </a:r>
            <a:endParaRPr lang="es-ES" dirty="0">
              <a:solidFill>
                <a:srgbClr val="D1D5DB"/>
              </a:solidFill>
              <a:latin typeface="Anaheim" panose="020B0604020202020204" charset="0"/>
            </a:endParaRPr>
          </a:p>
          <a:p>
            <a:pPr marL="342900" indent="-342900">
              <a:buClr>
                <a:schemeClr val="bg1">
                  <a:lumMod val="85000"/>
                </a:schemeClr>
              </a:buClr>
              <a:buAutoNum type="arabicPeriod"/>
            </a:pPr>
            <a:r>
              <a:rPr lang="es-ES" dirty="0">
                <a:solidFill>
                  <a:srgbClr val="D1D5DB"/>
                </a:solidFill>
                <a:latin typeface="Anaheim" panose="020B0604020202020204" charset="0"/>
              </a:rPr>
              <a:t>S</a:t>
            </a:r>
            <a:r>
              <a:rPr lang="es-ES" b="0" i="0" dirty="0">
                <a:solidFill>
                  <a:srgbClr val="D1D5DB"/>
                </a:solidFill>
                <a:effectLst/>
                <a:latin typeface="Anaheim" panose="020B0604020202020204" charset="0"/>
              </a:rPr>
              <a:t>i queremos seleccionar los departamentos en los que trabajan los empleados (suponiendo que existe una columna "departamento" en la tabla "empleados"), sería:</a:t>
            </a:r>
            <a:br>
              <a:rPr lang="es-ES" b="0" i="0" dirty="0">
                <a:solidFill>
                  <a:srgbClr val="D1D5DB"/>
                </a:solidFill>
                <a:effectLst/>
                <a:latin typeface="Anaheim" panose="020B0604020202020204" charset="0"/>
              </a:rPr>
            </a:br>
            <a:r>
              <a:rPr lang="es-ES" b="0" i="0" dirty="0">
                <a:solidFill>
                  <a:srgbClr val="2E95D3"/>
                </a:solidFill>
                <a:effectLst/>
                <a:latin typeface="Anaheim" panose="020B0604020202020204" charset="0"/>
              </a:rPr>
              <a:t>SELECT</a:t>
            </a:r>
            <a:r>
              <a:rPr lang="es-ES" b="0" i="0" dirty="0">
                <a:solidFill>
                  <a:srgbClr val="FFFFFF"/>
                </a:solidFill>
                <a:effectLst/>
                <a:latin typeface="Anaheim" panose="020B0604020202020204" charset="0"/>
              </a:rPr>
              <a:t> </a:t>
            </a:r>
            <a:r>
              <a:rPr lang="es-ES" b="0" i="0" dirty="0">
                <a:solidFill>
                  <a:srgbClr val="2E95D3"/>
                </a:solidFill>
                <a:effectLst/>
                <a:latin typeface="Anaheim" panose="020B0604020202020204" charset="0"/>
              </a:rPr>
              <a:t>DISTINCT</a:t>
            </a:r>
            <a:r>
              <a:rPr lang="es-ES" b="0" i="0" dirty="0">
                <a:solidFill>
                  <a:srgbClr val="FFFFFF"/>
                </a:solidFill>
                <a:effectLst/>
                <a:latin typeface="Anaheim" panose="020B0604020202020204" charset="0"/>
              </a:rPr>
              <a:t> departamento </a:t>
            </a:r>
            <a:r>
              <a:rPr lang="es-ES" b="0" i="0" dirty="0">
                <a:solidFill>
                  <a:srgbClr val="2E95D3"/>
                </a:solidFill>
                <a:effectLst/>
                <a:latin typeface="Anaheim" panose="020B0604020202020204" charset="0"/>
              </a:rPr>
              <a:t>FROM</a:t>
            </a:r>
            <a:r>
              <a:rPr lang="es-ES" b="0" i="0" dirty="0">
                <a:solidFill>
                  <a:srgbClr val="FFFFFF"/>
                </a:solidFill>
                <a:effectLst/>
                <a:latin typeface="Anaheim" panose="020B0604020202020204" charset="0"/>
              </a:rPr>
              <a:t> empleados;</a:t>
            </a:r>
            <a:endParaRPr lang="es-ES" dirty="0">
              <a:solidFill>
                <a:srgbClr val="D1D5DB"/>
              </a:solidFill>
              <a:latin typeface="Anaheim" panose="020B0604020202020204" charset="0"/>
            </a:endParaRPr>
          </a:p>
          <a:p>
            <a:pPr marL="342900" indent="-342900">
              <a:buClr>
                <a:schemeClr val="bg1">
                  <a:lumMod val="85000"/>
                </a:schemeClr>
              </a:buClr>
              <a:buFont typeface="Arial"/>
              <a:buAutoNum type="arabicPeriod"/>
            </a:pPr>
            <a:r>
              <a:rPr lang="es-ES" b="0" i="0" dirty="0">
                <a:solidFill>
                  <a:srgbClr val="D1D5DB"/>
                </a:solidFill>
                <a:effectLst/>
                <a:latin typeface="Anaheim" panose="020B0604020202020204" charset="0"/>
              </a:rPr>
              <a:t>Seleccionar valores de una columna de una tabla y contar cuántas veces aparece cada valor. </a:t>
            </a:r>
            <a:r>
              <a:rPr lang="es-ES" dirty="0">
                <a:solidFill>
                  <a:srgbClr val="D1D5DB"/>
                </a:solidFill>
                <a:latin typeface="Anaheim" panose="020B0604020202020204" charset="0"/>
              </a:rPr>
              <a:t>S</a:t>
            </a:r>
            <a:r>
              <a:rPr lang="es-ES" b="0" i="0" dirty="0">
                <a:solidFill>
                  <a:srgbClr val="D1D5DB"/>
                </a:solidFill>
                <a:effectLst/>
                <a:latin typeface="Anaheim" panose="020B0604020202020204" charset="0"/>
              </a:rPr>
              <a:t>i queremos contar cuántos empleados trabajan en cada departamento, la consulta SELECT sería:</a:t>
            </a:r>
            <a:br>
              <a:rPr lang="es-ES" b="0" i="0" dirty="0">
                <a:solidFill>
                  <a:srgbClr val="D1D5DB"/>
                </a:solidFill>
                <a:effectLst/>
                <a:latin typeface="Anaheim" panose="020B0604020202020204" charset="0"/>
              </a:rPr>
            </a:br>
            <a:r>
              <a:rPr lang="es-ES" b="0" i="0" dirty="0">
                <a:solidFill>
                  <a:srgbClr val="2E95D3"/>
                </a:solidFill>
                <a:effectLst/>
                <a:latin typeface="Anaheim" panose="020B0604020202020204" charset="0"/>
              </a:rPr>
              <a:t>SELECT</a:t>
            </a:r>
            <a:r>
              <a:rPr lang="es-ES" b="0" i="0" dirty="0">
                <a:solidFill>
                  <a:srgbClr val="FFFFFF"/>
                </a:solidFill>
                <a:effectLst/>
                <a:latin typeface="Anaheim" panose="020B0604020202020204" charset="0"/>
              </a:rPr>
              <a:t> departamento, </a:t>
            </a:r>
            <a:r>
              <a:rPr lang="es-ES" b="0" i="0" dirty="0">
                <a:solidFill>
                  <a:srgbClr val="E9950C"/>
                </a:solidFill>
                <a:effectLst/>
                <a:latin typeface="Anaheim" panose="020B0604020202020204" charset="0"/>
              </a:rPr>
              <a:t>COUNT</a:t>
            </a:r>
            <a:r>
              <a:rPr lang="es-ES" b="0" i="0" dirty="0">
                <a:solidFill>
                  <a:srgbClr val="FFFFFF"/>
                </a:solidFill>
                <a:effectLst/>
                <a:latin typeface="Anaheim" panose="020B0604020202020204" charset="0"/>
              </a:rPr>
              <a:t>(*) </a:t>
            </a:r>
            <a:r>
              <a:rPr lang="es-ES" b="0" i="0" dirty="0">
                <a:solidFill>
                  <a:srgbClr val="2E95D3"/>
                </a:solidFill>
                <a:effectLst/>
                <a:latin typeface="Anaheim" panose="020B0604020202020204" charset="0"/>
              </a:rPr>
              <a:t>as</a:t>
            </a:r>
            <a:r>
              <a:rPr lang="es-ES" b="0" i="0" dirty="0">
                <a:solidFill>
                  <a:srgbClr val="FFFFFF"/>
                </a:solidFill>
                <a:effectLst/>
                <a:latin typeface="Anaheim" panose="020B0604020202020204" charset="0"/>
              </a:rPr>
              <a:t> </a:t>
            </a:r>
            <a:r>
              <a:rPr lang="es-ES" b="0" i="0" dirty="0">
                <a:solidFill>
                  <a:srgbClr val="00A67D"/>
                </a:solidFill>
                <a:effectLst/>
                <a:latin typeface="Anaheim" panose="020B0604020202020204" charset="0"/>
              </a:rPr>
              <a:t>'Cantidad de empleados'</a:t>
            </a:r>
            <a:r>
              <a:rPr lang="es-ES" b="0" i="0" dirty="0">
                <a:solidFill>
                  <a:srgbClr val="FFFFFF"/>
                </a:solidFill>
                <a:effectLst/>
                <a:latin typeface="Anaheim" panose="020B0604020202020204" charset="0"/>
              </a:rPr>
              <a:t> </a:t>
            </a:r>
            <a:r>
              <a:rPr lang="es-ES" b="0" i="0" dirty="0">
                <a:solidFill>
                  <a:srgbClr val="2E95D3"/>
                </a:solidFill>
                <a:effectLst/>
                <a:latin typeface="Anaheim" panose="020B0604020202020204" charset="0"/>
              </a:rPr>
              <a:t>FROM</a:t>
            </a:r>
            <a:r>
              <a:rPr lang="es-ES" b="0" i="0" dirty="0">
                <a:solidFill>
                  <a:srgbClr val="FFFFFF"/>
                </a:solidFill>
                <a:effectLst/>
                <a:latin typeface="Anaheim" panose="020B0604020202020204" charset="0"/>
              </a:rPr>
              <a:t> empleados </a:t>
            </a:r>
            <a:r>
              <a:rPr lang="es-ES" b="0" i="0" dirty="0">
                <a:solidFill>
                  <a:srgbClr val="2E95D3"/>
                </a:solidFill>
                <a:effectLst/>
                <a:latin typeface="Anaheim" panose="020B0604020202020204" charset="0"/>
              </a:rPr>
              <a:t>GROUP</a:t>
            </a:r>
            <a:r>
              <a:rPr lang="es-ES" b="0" i="0" dirty="0">
                <a:solidFill>
                  <a:srgbClr val="FFFFFF"/>
                </a:solidFill>
                <a:effectLst/>
                <a:latin typeface="Anaheim" panose="020B0604020202020204" charset="0"/>
              </a:rPr>
              <a:t> </a:t>
            </a:r>
            <a:r>
              <a:rPr lang="es-ES" b="0" i="0" dirty="0">
                <a:solidFill>
                  <a:srgbClr val="2E95D3"/>
                </a:solidFill>
                <a:effectLst/>
                <a:latin typeface="Anaheim" panose="020B0604020202020204" charset="0"/>
              </a:rPr>
              <a:t>BY</a:t>
            </a:r>
            <a:r>
              <a:rPr lang="es-ES" b="0" i="0" dirty="0">
                <a:solidFill>
                  <a:srgbClr val="FFFFFF"/>
                </a:solidFill>
                <a:effectLst/>
                <a:latin typeface="Anaheim" panose="020B0604020202020204" charset="0"/>
              </a:rPr>
              <a:t> departamento</a:t>
            </a:r>
            <a:endParaRPr lang="es-ES" dirty="0">
              <a:solidFill>
                <a:srgbClr val="D1D5DB"/>
              </a:solidFill>
              <a:latin typeface="Anaheim" panose="020B0604020202020204" charset="0"/>
            </a:endParaRPr>
          </a:p>
          <a:p>
            <a:pPr marL="342900" indent="-342900">
              <a:buClr>
                <a:schemeClr val="bg1">
                  <a:lumMod val="85000"/>
                </a:schemeClr>
              </a:buClr>
              <a:buFont typeface="Arial"/>
              <a:buAutoNum type="arabicPeriod"/>
            </a:pPr>
            <a:r>
              <a:rPr lang="es-ES" b="0" i="0" dirty="0">
                <a:solidFill>
                  <a:srgbClr val="D1D5DB"/>
                </a:solidFill>
                <a:effectLst/>
                <a:latin typeface="Anaheim" panose="020B0604020202020204" charset="0"/>
              </a:rPr>
              <a:t>Seleccionar valores de una columna de una tabla y filtrarlos por un criterio en otra columna. Siguiendo con el ejemplo anterior, si queremos seleccionar sólo los empleados que trabajan en el departamento "Ventas", la consulta SELECT sería:</a:t>
            </a:r>
            <a:br>
              <a:rPr lang="es-ES" b="0" i="0" dirty="0">
                <a:solidFill>
                  <a:srgbClr val="D1D5DB"/>
                </a:solidFill>
                <a:effectLst/>
                <a:latin typeface="Anaheim" panose="020B0604020202020204" charset="0"/>
              </a:rPr>
            </a:br>
            <a:r>
              <a:rPr lang="es-ES" b="0" i="0" dirty="0">
                <a:solidFill>
                  <a:srgbClr val="2E95D3"/>
                </a:solidFill>
                <a:effectLst/>
                <a:latin typeface="Anaheim" panose="020B0604020202020204" charset="0"/>
              </a:rPr>
              <a:t>SELECT</a:t>
            </a:r>
            <a:r>
              <a:rPr lang="es-ES" b="0" i="0" dirty="0">
                <a:solidFill>
                  <a:srgbClr val="FFFFFF"/>
                </a:solidFill>
                <a:effectLst/>
                <a:latin typeface="Anaheim" panose="020B0604020202020204" charset="0"/>
              </a:rPr>
              <a:t> nombre, apellido </a:t>
            </a:r>
            <a:r>
              <a:rPr lang="es-ES" b="0" i="0" dirty="0">
                <a:solidFill>
                  <a:srgbClr val="2E95D3"/>
                </a:solidFill>
                <a:effectLst/>
                <a:latin typeface="Anaheim" panose="020B0604020202020204" charset="0"/>
              </a:rPr>
              <a:t>FROM</a:t>
            </a:r>
            <a:r>
              <a:rPr lang="es-ES" b="0" i="0" dirty="0">
                <a:solidFill>
                  <a:srgbClr val="FFFFFF"/>
                </a:solidFill>
                <a:effectLst/>
                <a:latin typeface="Anaheim" panose="020B0604020202020204" charset="0"/>
              </a:rPr>
              <a:t> empleados </a:t>
            </a:r>
            <a:r>
              <a:rPr lang="es-ES" b="0" i="0" dirty="0">
                <a:solidFill>
                  <a:srgbClr val="2E95D3"/>
                </a:solidFill>
                <a:effectLst/>
                <a:latin typeface="Anaheim" panose="020B0604020202020204" charset="0"/>
              </a:rPr>
              <a:t>WHERE</a:t>
            </a:r>
            <a:r>
              <a:rPr lang="es-ES" b="0" i="0" dirty="0">
                <a:solidFill>
                  <a:srgbClr val="FFFFFF"/>
                </a:solidFill>
                <a:effectLst/>
                <a:latin typeface="Anaheim" panose="020B0604020202020204" charset="0"/>
              </a:rPr>
              <a:t> departamento = </a:t>
            </a:r>
            <a:r>
              <a:rPr lang="es-ES" b="0" i="0" dirty="0">
                <a:solidFill>
                  <a:srgbClr val="00A67D"/>
                </a:solidFill>
                <a:effectLst/>
                <a:latin typeface="Anaheim" panose="020B0604020202020204" charset="0"/>
              </a:rPr>
              <a:t>'Ventas'</a:t>
            </a:r>
            <a:r>
              <a:rPr lang="es-ES" b="0" i="0" dirty="0">
                <a:solidFill>
                  <a:srgbClr val="FFFFFF"/>
                </a:solidFill>
                <a:effectLst/>
                <a:latin typeface="Anaheim" panose="020B0604020202020204" charset="0"/>
              </a:rPr>
              <a:t>;</a:t>
            </a:r>
            <a:endParaRPr lang="es-ES" b="0" i="0" dirty="0">
              <a:solidFill>
                <a:srgbClr val="D1D5DB"/>
              </a:solidFill>
              <a:effectLst/>
              <a:latin typeface="Anaheim" panose="020B0604020202020204" charset="0"/>
            </a:endParaRPr>
          </a:p>
          <a:p>
            <a:pPr marL="342900" indent="-342900">
              <a:buAutoNum type="arabicPeriod"/>
            </a:pPr>
            <a:endParaRPr lang="es-ES" dirty="0"/>
          </a:p>
        </p:txBody>
      </p:sp>
    </p:spTree>
    <p:extLst>
      <p:ext uri="{BB962C8B-B14F-4D97-AF65-F5344CB8AC3E}">
        <p14:creationId xmlns:p14="http://schemas.microsoft.com/office/powerpoint/2010/main" val="27134250"/>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76"/>
        <p:cNvGrpSpPr/>
        <p:nvPr/>
      </p:nvGrpSpPr>
      <p:grpSpPr>
        <a:xfrm>
          <a:off x="0" y="0"/>
          <a:ext cx="0" cy="0"/>
          <a:chOff x="0" y="0"/>
          <a:chExt cx="0" cy="0"/>
        </a:xfrm>
      </p:grpSpPr>
      <p:sp>
        <p:nvSpPr>
          <p:cNvPr id="2" name="Título 1">
            <a:extLst>
              <a:ext uri="{FF2B5EF4-FFF2-40B4-BE49-F238E27FC236}">
                <a16:creationId xmlns:a16="http://schemas.microsoft.com/office/drawing/2014/main" id="{24A1076C-8462-5059-0B02-F44B2F8491E7}"/>
              </a:ext>
            </a:extLst>
          </p:cNvPr>
          <p:cNvSpPr>
            <a:spLocks noGrp="1"/>
          </p:cNvSpPr>
          <p:nvPr>
            <p:ph type="title"/>
          </p:nvPr>
        </p:nvSpPr>
        <p:spPr>
          <a:xfrm>
            <a:off x="3678555" y="871305"/>
            <a:ext cx="4915200" cy="1025121"/>
          </a:xfrm>
        </p:spPr>
        <p:txBody>
          <a:bodyPr/>
          <a:lstStyle/>
          <a:p>
            <a:r>
              <a:rPr lang="es-ES" dirty="0"/>
              <a:t>MUCHAS GRACIAS!</a:t>
            </a:r>
          </a:p>
        </p:txBody>
      </p:sp>
      <p:sp>
        <p:nvSpPr>
          <p:cNvPr id="3" name="CuadroTexto 2">
            <a:extLst>
              <a:ext uri="{FF2B5EF4-FFF2-40B4-BE49-F238E27FC236}">
                <a16:creationId xmlns:a16="http://schemas.microsoft.com/office/drawing/2014/main" id="{EEE47B76-055F-FA52-3629-2D2CCDE82A43}"/>
              </a:ext>
            </a:extLst>
          </p:cNvPr>
          <p:cNvSpPr txBox="1"/>
          <p:nvPr/>
        </p:nvSpPr>
        <p:spPr>
          <a:xfrm>
            <a:off x="4619775" y="2124369"/>
            <a:ext cx="3540594" cy="400110"/>
          </a:xfrm>
          <a:prstGeom prst="rect">
            <a:avLst/>
          </a:prstGeom>
          <a:noFill/>
        </p:spPr>
        <p:txBody>
          <a:bodyPr wrap="square" rtlCol="0">
            <a:spAutoFit/>
          </a:bodyPr>
          <a:lstStyle/>
          <a:p>
            <a:r>
              <a:rPr lang="es-ES" sz="2000" dirty="0">
                <a:solidFill>
                  <a:srgbClr val="1B1464"/>
                </a:solidFill>
                <a:latin typeface="Anaheim" panose="020B0604020202020204" charset="0"/>
              </a:rPr>
              <a:t>https://github.com/nahuelshim</a:t>
            </a:r>
          </a:p>
        </p:txBody>
      </p:sp>
      <p:pic>
        <p:nvPicPr>
          <p:cNvPr id="2058" name="Picture 10" descr="Logotipo de github - Iconos gratis de redes sociales">
            <a:extLst>
              <a:ext uri="{FF2B5EF4-FFF2-40B4-BE49-F238E27FC236}">
                <a16:creationId xmlns:a16="http://schemas.microsoft.com/office/drawing/2014/main" id="{ED32C54A-36F4-5775-C737-41BDCBE078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78555" y="1973904"/>
            <a:ext cx="701040" cy="701040"/>
          </a:xfrm>
          <a:prstGeom prst="rect">
            <a:avLst/>
          </a:prstGeom>
          <a:noFill/>
          <a:ln>
            <a:noFill/>
          </a:ln>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Programming Lesson by Slidesgo">
  <a:themeElements>
    <a:clrScheme name="Simple Light">
      <a:dk1>
        <a:srgbClr val="1B1464"/>
      </a:dk1>
      <a:lt1>
        <a:srgbClr val="FFFFFF"/>
      </a:lt1>
      <a:dk2>
        <a:srgbClr val="00FFC5"/>
      </a:dk2>
      <a:lt2>
        <a:srgbClr val="EC008C"/>
      </a:lt2>
      <a:accent1>
        <a:srgbClr val="1B1464"/>
      </a:accent1>
      <a:accent2>
        <a:srgbClr val="00FFC5"/>
      </a:accent2>
      <a:accent3>
        <a:srgbClr val="EC008C"/>
      </a:accent3>
      <a:accent4>
        <a:srgbClr val="1B1464"/>
      </a:accent4>
      <a:accent5>
        <a:srgbClr val="00FFC5"/>
      </a:accent5>
      <a:accent6>
        <a:srgbClr val="EC008C"/>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1286</TotalTime>
  <Words>1227</Words>
  <Application>Microsoft Office PowerPoint</Application>
  <PresentationFormat>Presentación en pantalla (16:9)</PresentationFormat>
  <Paragraphs>90</Paragraphs>
  <Slides>19</Slides>
  <Notes>12</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19</vt:i4>
      </vt:variant>
    </vt:vector>
  </HeadingPairs>
  <TitlesOfParts>
    <vt:vector size="26" baseType="lpstr">
      <vt:lpstr>Raleway SemiBold</vt:lpstr>
      <vt:lpstr>Nunito Light</vt:lpstr>
      <vt:lpstr>Pandora-Book</vt:lpstr>
      <vt:lpstr>Anaheim</vt:lpstr>
      <vt:lpstr>Arial</vt:lpstr>
      <vt:lpstr>Overpass Mono</vt:lpstr>
      <vt:lpstr>Programming Lesson by Slidesgo</vt:lpstr>
      <vt:lpstr>SQL/ MySQL</vt:lpstr>
      <vt:lpstr>CONTENIDO</vt:lpstr>
      <vt:lpstr>DEFINICIÓN</vt:lpstr>
      <vt:lpstr>DEFINICIÓN</vt:lpstr>
      <vt:lpstr>TIPOS DE BASE DE DATOS</vt:lpstr>
      <vt:lpstr>NoSQL</vt:lpstr>
      <vt:lpstr>SQL</vt:lpstr>
      <vt:lpstr>VENTAJAS Y DESVENTAJAS</vt:lpstr>
      <vt:lpstr>Presentación de PowerPoint</vt:lpstr>
      <vt:lpstr>TABLAS</vt:lpstr>
      <vt:lpstr>COMO CREAR UNA TABLA?</vt:lpstr>
      <vt:lpstr>Presentación de PowerPoint</vt:lpstr>
      <vt:lpstr>Presentación de PowerPoint</vt:lpstr>
      <vt:lpstr>RELACIONES  </vt:lpstr>
      <vt:lpstr>TIPOS DE RELACIONES</vt:lpstr>
      <vt:lpstr>CONSULTAS(QUERIES)</vt:lpstr>
      <vt:lpstr>CONSULTAS BÁSICAS</vt:lpstr>
      <vt:lpstr>EJEMPLOS</vt:lpstr>
      <vt:lpstr>MUCHAS GRACIAS!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SQL/ MySQL</dc:title>
  <dc:creator>Nahuel Shim</dc:creator>
  <cp:lastModifiedBy>Nahuel</cp:lastModifiedBy>
  <cp:revision>7</cp:revision>
  <dcterms:modified xsi:type="dcterms:W3CDTF">2023-05-08T10:26:13Z</dcterms:modified>
</cp:coreProperties>
</file>